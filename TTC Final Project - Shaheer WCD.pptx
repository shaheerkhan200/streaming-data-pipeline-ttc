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Albert Sans Medium"/>
      <p:regular r:id="rId29"/>
      <p:bold r:id="rId30"/>
      <p:italic r:id="rId31"/>
      <p:boldItalic r:id="rId32"/>
    </p:embeddedFont>
    <p:embeddedFont>
      <p:font typeface="Rajdhani Medium"/>
      <p:regular r:id="rId33"/>
      <p:bold r:id="rId34"/>
    </p:embeddedFont>
    <p:embeddedFont>
      <p:font typeface="Albert Sans"/>
      <p:regular r:id="rId35"/>
      <p:bold r:id="rId36"/>
      <p:italic r:id="rId37"/>
      <p:boldItalic r:id="rId38"/>
    </p:embeddedFont>
    <p:embeddedFont>
      <p:font typeface="Rajdhani"/>
      <p:regular r:id="rId39"/>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jdhani-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AlbertSansMedium-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AlbertSansMedium-italic.fntdata"/><Relationship Id="rId30" Type="http://schemas.openxmlformats.org/officeDocument/2006/relationships/font" Target="fonts/AlbertSansMedium-bold.fntdata"/><Relationship Id="rId11" Type="http://schemas.openxmlformats.org/officeDocument/2006/relationships/slide" Target="slides/slide6.xml"/><Relationship Id="rId33" Type="http://schemas.openxmlformats.org/officeDocument/2006/relationships/font" Target="fonts/RajdhaniMedium-regular.fntdata"/><Relationship Id="rId10" Type="http://schemas.openxmlformats.org/officeDocument/2006/relationships/slide" Target="slides/slide5.xml"/><Relationship Id="rId32" Type="http://schemas.openxmlformats.org/officeDocument/2006/relationships/font" Target="fonts/AlbertSansMedium-boldItalic.fntdata"/><Relationship Id="rId13" Type="http://schemas.openxmlformats.org/officeDocument/2006/relationships/slide" Target="slides/slide8.xml"/><Relationship Id="rId35" Type="http://schemas.openxmlformats.org/officeDocument/2006/relationships/font" Target="fonts/AlbertSans-regular.fntdata"/><Relationship Id="rId12" Type="http://schemas.openxmlformats.org/officeDocument/2006/relationships/slide" Target="slides/slide7.xml"/><Relationship Id="rId34" Type="http://schemas.openxmlformats.org/officeDocument/2006/relationships/font" Target="fonts/RajdhaniMedium-bold.fntdata"/><Relationship Id="rId15" Type="http://schemas.openxmlformats.org/officeDocument/2006/relationships/slide" Target="slides/slide10.xml"/><Relationship Id="rId37" Type="http://schemas.openxmlformats.org/officeDocument/2006/relationships/font" Target="fonts/AlbertSans-italic.fntdata"/><Relationship Id="rId14" Type="http://schemas.openxmlformats.org/officeDocument/2006/relationships/slide" Target="slides/slide9.xml"/><Relationship Id="rId36" Type="http://schemas.openxmlformats.org/officeDocument/2006/relationships/font" Target="fonts/AlbertSans-bold.fntdata"/><Relationship Id="rId17" Type="http://schemas.openxmlformats.org/officeDocument/2006/relationships/slide" Target="slides/slide12.xml"/><Relationship Id="rId39" Type="http://schemas.openxmlformats.org/officeDocument/2006/relationships/font" Target="fonts/Rajdhani-regular.fntdata"/><Relationship Id="rId16" Type="http://schemas.openxmlformats.org/officeDocument/2006/relationships/slide" Target="slides/slide11.xml"/><Relationship Id="rId38" Type="http://schemas.openxmlformats.org/officeDocument/2006/relationships/font" Target="fonts/AlbertSans-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25de24c40c8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1" name="Google Shape;831;g25de24c40c8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25de24c40c8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7" name="Google Shape;837;g25de24c40c8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Spark Streaming, Docker, MySQL</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23818aebe81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0" name="Google Shape;950;g23818aebe8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23818aebe81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9" name="Google Shape;959;g23818aebe81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g23818aebe81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7" name="Google Shape;967;g23818aebe81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2614481d360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5" name="Google Shape;975;g2614481d360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2614481d36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3" name="Google Shape;983;g2614481d36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2b19135033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1" name="Google Shape;991;g2b19135033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2614481d360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8" name="Google Shape;998;g2614481d360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2614481d360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6" name="Google Shape;1006;g2614481d36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2614481d360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6" name="Google Shape;1016;g2614481d360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2614481d36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5" name="Google Shape;1025;g2614481d36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2614481d360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6" name="Google Shape;1036;g2614481d360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2a889a9621c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5" name="Google Shape;1045;g2a889a9621c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2a889a9621c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4" name="Google Shape;1054;g2a889a9621c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2a889a9621c_1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4" name="Google Shape;1064;g2a889a9621c_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g2a889a9621c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2" name="Google Shape;1072;g2a889a9621c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2a889a9621c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1" name="Google Shape;1081;g2a889a9621c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br>
              <a:rPr lang="en"/>
            </a:b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Apache Hudi is used with Amazon S3 to enable advanced data management features like efficient upserts, deletes, and incremental processing for data stored in S3 buckets, enhancing data lake capabilities. This combination allows for optimized query performance, real-time data processing, and improved data consistency and accessibility in large-scale data environments.</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sz="1200">
                <a:solidFill>
                  <a:srgbClr val="2C4358"/>
                </a:solidFill>
                <a:latin typeface="Albert Sans Medium"/>
                <a:ea typeface="Albert Sans Medium"/>
                <a:cs typeface="Albert Sans Medium"/>
                <a:sym typeface="Albert Sans Medium"/>
              </a:rPr>
              <a:t>Apache Hudi is used in conjunction with Amazon S3 to efficiently manage large-scale data stored in S3 buckets. Hudi brings capabilities like upserts, incremental processing, and time travel to data stored in S3, enhancing the ability to handle complex data workloads.</a:t>
            </a:r>
            <a:endParaRPr sz="1200">
              <a:solidFill>
                <a:srgbClr val="2C4358"/>
              </a:solidFill>
              <a:latin typeface="Albert Sans Medium"/>
              <a:ea typeface="Albert Sans Medium"/>
              <a:cs typeface="Albert Sans Medium"/>
              <a:sym typeface="Albert Sans Medium"/>
            </a:endParaRPr>
          </a:p>
          <a:p>
            <a:pPr indent="0" lvl="0" marL="0" rtl="0" algn="l">
              <a:spcBef>
                <a:spcPts val="120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g2603458bf04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2" name="Google Shape;1092;g2603458bf04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g2a889a9621c_1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2" name="Google Shape;1102;g2a889a9621c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2a889a9621c_1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3" name="Google Shape;1113;g2a889a9621c_1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Apache Hudi is used with Amazon S3 to enable advanced data management features like efficient upserts, deletes, and incremental processing for data stored in S3 buckets, enhancing data lake capabilities. This combination allows for optimized query performance, real-time data processing, and improved data consistency and accessibility in large-scale data environments.</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None/>
            </a:pPr>
            <a:r>
              <a:rPr lang="en" sz="1200">
                <a:solidFill>
                  <a:srgbClr val="2C4358"/>
                </a:solidFill>
                <a:latin typeface="Albert Sans Medium"/>
                <a:ea typeface="Albert Sans Medium"/>
                <a:cs typeface="Albert Sans Medium"/>
                <a:sym typeface="Albert Sans Medium"/>
              </a:rPr>
              <a:t>Apache Hudi is used in conjunction with Amazon S3 to efficiently manage large-scale data stored in S3 buckets. Hudi brings capabilities like upserts, incremental processing, and time travel to data stored in S3, enhancing the ability to handle complex data workloads.</a:t>
            </a:r>
            <a:endParaRPr sz="1200">
              <a:solidFill>
                <a:srgbClr val="2C4358"/>
              </a:solidFill>
              <a:latin typeface="Albert Sans Medium"/>
              <a:ea typeface="Albert Sans Medium"/>
              <a:cs typeface="Albert Sans Medium"/>
              <a:sym typeface="Albert Sans Medium"/>
            </a:endParaRPr>
          </a:p>
          <a:p>
            <a:pPr indent="0" lvl="0" marL="0" rtl="0" algn="l">
              <a:spcBef>
                <a:spcPts val="120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g2a889a9621c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4" name="Google Shape;1124;g2a889a9621c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622175" y="967825"/>
            <a:ext cx="5899800" cy="2503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500"/>
              <a:buNone/>
              <a:defRPr sz="7200"/>
            </a:lvl1pPr>
            <a:lvl2pPr lvl="1" rtl="0" algn="ctr">
              <a:spcBef>
                <a:spcPts val="0"/>
              </a:spcBef>
              <a:spcAft>
                <a:spcPts val="0"/>
              </a:spcAft>
              <a:buSzPts val="8500"/>
              <a:buNone/>
              <a:defRPr sz="8500"/>
            </a:lvl2pPr>
            <a:lvl3pPr lvl="2" rtl="0" algn="ctr">
              <a:spcBef>
                <a:spcPts val="0"/>
              </a:spcBef>
              <a:spcAft>
                <a:spcPts val="0"/>
              </a:spcAft>
              <a:buSzPts val="8500"/>
              <a:buNone/>
              <a:defRPr sz="8500"/>
            </a:lvl3pPr>
            <a:lvl4pPr lvl="3" rtl="0" algn="ctr">
              <a:spcBef>
                <a:spcPts val="0"/>
              </a:spcBef>
              <a:spcAft>
                <a:spcPts val="0"/>
              </a:spcAft>
              <a:buSzPts val="8500"/>
              <a:buNone/>
              <a:defRPr sz="8500"/>
            </a:lvl4pPr>
            <a:lvl5pPr lvl="4" rtl="0" algn="ctr">
              <a:spcBef>
                <a:spcPts val="0"/>
              </a:spcBef>
              <a:spcAft>
                <a:spcPts val="0"/>
              </a:spcAft>
              <a:buSzPts val="8500"/>
              <a:buNone/>
              <a:defRPr sz="8500"/>
            </a:lvl5pPr>
            <a:lvl6pPr lvl="5" rtl="0" algn="ctr">
              <a:spcBef>
                <a:spcPts val="0"/>
              </a:spcBef>
              <a:spcAft>
                <a:spcPts val="0"/>
              </a:spcAft>
              <a:buSzPts val="8500"/>
              <a:buNone/>
              <a:defRPr sz="8500"/>
            </a:lvl6pPr>
            <a:lvl7pPr lvl="6" rtl="0" algn="ctr">
              <a:spcBef>
                <a:spcPts val="0"/>
              </a:spcBef>
              <a:spcAft>
                <a:spcPts val="0"/>
              </a:spcAft>
              <a:buSzPts val="8500"/>
              <a:buNone/>
              <a:defRPr sz="8500"/>
            </a:lvl7pPr>
            <a:lvl8pPr lvl="7" rtl="0" algn="ctr">
              <a:spcBef>
                <a:spcPts val="0"/>
              </a:spcBef>
              <a:spcAft>
                <a:spcPts val="0"/>
              </a:spcAft>
              <a:buSzPts val="8500"/>
              <a:buNone/>
              <a:defRPr sz="8500"/>
            </a:lvl8pPr>
            <a:lvl9pPr lvl="8" rtl="0" algn="ctr">
              <a:spcBef>
                <a:spcPts val="0"/>
              </a:spcBef>
              <a:spcAft>
                <a:spcPts val="0"/>
              </a:spcAft>
              <a:buSzPts val="8500"/>
              <a:buNone/>
              <a:defRPr sz="8500"/>
            </a:lvl9pPr>
          </a:lstStyle>
          <a:p/>
        </p:txBody>
      </p:sp>
      <p:sp>
        <p:nvSpPr>
          <p:cNvPr id="10" name="Google Shape;10;p2"/>
          <p:cNvSpPr txBox="1"/>
          <p:nvPr>
            <p:ph idx="1" type="subTitle"/>
          </p:nvPr>
        </p:nvSpPr>
        <p:spPr>
          <a:xfrm>
            <a:off x="2147400" y="3471725"/>
            <a:ext cx="4849200" cy="397800"/>
          </a:xfrm>
          <a:prstGeom prst="rect">
            <a:avLst/>
          </a:prstGeom>
          <a:solidFill>
            <a:schemeClr val="dk1"/>
          </a:solidFill>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600">
                <a:solidFill>
                  <a:schemeClr val="lt1"/>
                </a:solidFill>
                <a:latin typeface="Albert Sans Medium"/>
                <a:ea typeface="Albert Sans Medium"/>
                <a:cs typeface="Albert Sans Medium"/>
                <a:sym typeface="Albert Sans Medium"/>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grpSp>
        <p:nvGrpSpPr>
          <p:cNvPr id="11" name="Google Shape;11;p2"/>
          <p:cNvGrpSpPr/>
          <p:nvPr/>
        </p:nvGrpSpPr>
        <p:grpSpPr>
          <a:xfrm>
            <a:off x="-372325" y="-64950"/>
            <a:ext cx="7124450" cy="668900"/>
            <a:chOff x="-372325" y="-64950"/>
            <a:chExt cx="7124450" cy="668900"/>
          </a:xfrm>
        </p:grpSpPr>
        <p:sp>
          <p:nvSpPr>
            <p:cNvPr id="12" name="Google Shape;12;p2"/>
            <p:cNvSpPr/>
            <p:nvPr/>
          </p:nvSpPr>
          <p:spPr>
            <a:xfrm>
              <a:off x="-3723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197100" y="-64950"/>
              <a:ext cx="508300" cy="668900"/>
            </a:xfrm>
            <a:custGeom>
              <a:rect b="b" l="l" r="r" t="t"/>
              <a:pathLst>
                <a:path extrusionOk="0" h="26756" w="20332">
                  <a:moveTo>
                    <a:pt x="19277"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223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15242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327675"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502425" y="-64950"/>
              <a:ext cx="508800" cy="668900"/>
            </a:xfrm>
            <a:custGeom>
              <a:rect b="b" l="l" r="r" t="t"/>
              <a:pathLst>
                <a:path extrusionOk="0" h="26756" w="20352">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677675"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852450" y="-64950"/>
              <a:ext cx="508300" cy="668900"/>
            </a:xfrm>
            <a:custGeom>
              <a:rect b="b" l="l" r="r" t="t"/>
              <a:pathLst>
                <a:path extrusionOk="0" h="26756" w="20332">
                  <a:moveTo>
                    <a:pt x="19295"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027675" y="-64950"/>
              <a:ext cx="508300" cy="668900"/>
            </a:xfrm>
            <a:custGeom>
              <a:rect b="b" l="l" r="r" t="t"/>
              <a:pathLst>
                <a:path extrusionOk="0" h="26756" w="20332">
                  <a:moveTo>
                    <a:pt x="19277" y="0"/>
                  </a:moveTo>
                  <a:lnTo>
                    <a:pt x="1"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1202450" y="-64950"/>
              <a:ext cx="508300" cy="668900"/>
            </a:xfrm>
            <a:custGeom>
              <a:rect b="b" l="l" r="r" t="t"/>
              <a:pathLst>
                <a:path extrusionOk="0" h="26756" w="20332">
                  <a:moveTo>
                    <a:pt x="19295"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1377675" y="-64950"/>
              <a:ext cx="508325" cy="668900"/>
            </a:xfrm>
            <a:custGeom>
              <a:rect b="b" l="l" r="r" t="t"/>
              <a:pathLst>
                <a:path extrusionOk="0" h="26756" w="20333">
                  <a:moveTo>
                    <a:pt x="19277" y="0"/>
                  </a:moveTo>
                  <a:lnTo>
                    <a:pt x="1"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1552450"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1727225" y="-64950"/>
              <a:ext cx="508775" cy="668900"/>
            </a:xfrm>
            <a:custGeom>
              <a:rect b="b" l="l" r="r" t="t"/>
              <a:pathLst>
                <a:path extrusionOk="0" h="26756" w="20351">
                  <a:moveTo>
                    <a:pt x="19295" y="0"/>
                  </a:moveTo>
                  <a:lnTo>
                    <a:pt x="0" y="26756"/>
                  </a:lnTo>
                  <a:lnTo>
                    <a:pt x="1055" y="26756"/>
                  </a:lnTo>
                  <a:lnTo>
                    <a:pt x="2035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188597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206072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2235975"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2410725" y="-64950"/>
              <a:ext cx="508325" cy="668900"/>
            </a:xfrm>
            <a:custGeom>
              <a:rect b="b" l="l" r="r" t="t"/>
              <a:pathLst>
                <a:path extrusionOk="0" h="26756" w="20333">
                  <a:moveTo>
                    <a:pt x="19296"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2585975" y="-64950"/>
              <a:ext cx="508300" cy="668900"/>
            </a:xfrm>
            <a:custGeom>
              <a:rect b="b" l="l" r="r" t="t"/>
              <a:pathLst>
                <a:path extrusionOk="0" h="26756" w="20332">
                  <a:moveTo>
                    <a:pt x="19276"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27607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29355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31107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32855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3460750"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3635500" y="-64950"/>
              <a:ext cx="508800" cy="668900"/>
            </a:xfrm>
            <a:custGeom>
              <a:rect b="b" l="l" r="r" t="t"/>
              <a:pathLst>
                <a:path extrusionOk="0" h="26756" w="20352">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3810750"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3985525" y="-64950"/>
              <a:ext cx="508300" cy="668900"/>
            </a:xfrm>
            <a:custGeom>
              <a:rect b="b" l="l" r="r" t="t"/>
              <a:pathLst>
                <a:path extrusionOk="0" h="26756" w="20332">
                  <a:moveTo>
                    <a:pt x="19295"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4144275" y="-64950"/>
              <a:ext cx="508300" cy="668900"/>
            </a:xfrm>
            <a:custGeom>
              <a:rect b="b" l="l" r="r" t="t"/>
              <a:pathLst>
                <a:path extrusionOk="0" h="26756" w="20332">
                  <a:moveTo>
                    <a:pt x="19276" y="0"/>
                  </a:moveTo>
                  <a:lnTo>
                    <a:pt x="0" y="26756"/>
                  </a:lnTo>
                  <a:lnTo>
                    <a:pt x="1036"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4319025"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4493800" y="-64950"/>
              <a:ext cx="508775" cy="668900"/>
            </a:xfrm>
            <a:custGeom>
              <a:rect b="b" l="l" r="r" t="t"/>
              <a:pathLst>
                <a:path extrusionOk="0" h="26756" w="20351">
                  <a:moveTo>
                    <a:pt x="19295" y="0"/>
                  </a:moveTo>
                  <a:lnTo>
                    <a:pt x="0"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4669025"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48438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50190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193800" y="-64950"/>
              <a:ext cx="508300" cy="668900"/>
            </a:xfrm>
            <a:custGeom>
              <a:rect b="b" l="l" r="r" t="t"/>
              <a:pathLst>
                <a:path extrusionOk="0" h="26756" w="20332">
                  <a:moveTo>
                    <a:pt x="19296"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5369050"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5543800"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5719050" y="-64950"/>
              <a:ext cx="508300" cy="668900"/>
            </a:xfrm>
            <a:custGeom>
              <a:rect b="b" l="l" r="r" t="t"/>
              <a:pathLst>
                <a:path extrusionOk="0" h="26756" w="20332">
                  <a:moveTo>
                    <a:pt x="19276"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58938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606857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62438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 name="Google Shape;51;p2"/>
          <p:cNvSpPr/>
          <p:nvPr/>
        </p:nvSpPr>
        <p:spPr>
          <a:xfrm>
            <a:off x="8855075" y="1482838"/>
            <a:ext cx="290700" cy="2041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8654375" y="3140500"/>
            <a:ext cx="489600" cy="558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8855075" y="1186500"/>
            <a:ext cx="296400" cy="296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675" y="3335400"/>
            <a:ext cx="1857300" cy="18081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675" y="3803000"/>
            <a:ext cx="1377000" cy="13404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263200" y="4095225"/>
            <a:ext cx="849300" cy="849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 name="Google Shape;57;p2"/>
          <p:cNvGrpSpPr/>
          <p:nvPr/>
        </p:nvGrpSpPr>
        <p:grpSpPr>
          <a:xfrm>
            <a:off x="5346325" y="4608275"/>
            <a:ext cx="2026200" cy="78000"/>
            <a:chOff x="6727425" y="4608275"/>
            <a:chExt cx="2026200" cy="78000"/>
          </a:xfrm>
        </p:grpSpPr>
        <p:sp>
          <p:nvSpPr>
            <p:cNvPr id="58" name="Google Shape;58;p2"/>
            <p:cNvSpPr/>
            <p:nvPr/>
          </p:nvSpPr>
          <p:spPr>
            <a:xfrm>
              <a:off x="67274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70521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73768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77015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80262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83509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86756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5" name="Shape 65"/>
        <p:cNvGrpSpPr/>
        <p:nvPr/>
      </p:nvGrpSpPr>
      <p:grpSpPr>
        <a:xfrm>
          <a:off x="0" y="0"/>
          <a:ext cx="0" cy="0"/>
          <a:chOff x="0" y="0"/>
          <a:chExt cx="0" cy="0"/>
        </a:xfrm>
      </p:grpSpPr>
      <p:sp>
        <p:nvSpPr>
          <p:cNvPr id="66" name="Google Shape;66;p3"/>
          <p:cNvSpPr/>
          <p:nvPr/>
        </p:nvSpPr>
        <p:spPr>
          <a:xfrm>
            <a:off x="8304850" y="764425"/>
            <a:ext cx="322500" cy="3614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txBox="1"/>
          <p:nvPr>
            <p:ph type="title"/>
          </p:nvPr>
        </p:nvSpPr>
        <p:spPr>
          <a:xfrm>
            <a:off x="3848200" y="2359100"/>
            <a:ext cx="4451100" cy="15516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8" name="Google Shape;68;p3"/>
          <p:cNvSpPr txBox="1"/>
          <p:nvPr>
            <p:ph hasCustomPrompt="1" idx="2" type="title"/>
          </p:nvPr>
        </p:nvSpPr>
        <p:spPr>
          <a:xfrm>
            <a:off x="3848200" y="764425"/>
            <a:ext cx="1223100" cy="1223100"/>
          </a:xfrm>
          <a:prstGeom prst="rect">
            <a:avLst/>
          </a:prstGeom>
          <a:solidFill>
            <a:schemeClr val="dk1"/>
          </a:solidFill>
          <a:ln>
            <a:noFill/>
          </a:ln>
        </p:spPr>
        <p:txBody>
          <a:bodyPr anchorCtr="0" anchor="ctr" bIns="91425" lIns="91425" spcFirstLastPara="1" rIns="91425" wrap="square" tIns="91425">
            <a:noAutofit/>
          </a:bodyPr>
          <a:lstStyle>
            <a:lvl1pPr lvl="0" rtl="0" algn="ctr">
              <a:spcBef>
                <a:spcPts val="0"/>
              </a:spcBef>
              <a:spcAft>
                <a:spcPts val="0"/>
              </a:spcAft>
              <a:buClr>
                <a:schemeClr val="lt1"/>
              </a:buClr>
              <a:buSzPts val="10000"/>
              <a:buNone/>
              <a:defRPr sz="6000">
                <a:solidFill>
                  <a:schemeClr val="lt1"/>
                </a:solidFill>
              </a:defRPr>
            </a:lvl1pPr>
            <a:lvl2pPr lvl="1" rtl="0" algn="ctr">
              <a:spcBef>
                <a:spcPts val="0"/>
              </a:spcBef>
              <a:spcAft>
                <a:spcPts val="0"/>
              </a:spcAft>
              <a:buClr>
                <a:schemeClr val="lt1"/>
              </a:buClr>
              <a:buSzPts val="10000"/>
              <a:buNone/>
              <a:defRPr sz="10000">
                <a:solidFill>
                  <a:schemeClr val="lt1"/>
                </a:solidFill>
              </a:defRPr>
            </a:lvl2pPr>
            <a:lvl3pPr lvl="2" rtl="0" algn="ctr">
              <a:spcBef>
                <a:spcPts val="0"/>
              </a:spcBef>
              <a:spcAft>
                <a:spcPts val="0"/>
              </a:spcAft>
              <a:buClr>
                <a:schemeClr val="lt1"/>
              </a:buClr>
              <a:buSzPts val="10000"/>
              <a:buNone/>
              <a:defRPr sz="10000">
                <a:solidFill>
                  <a:schemeClr val="lt1"/>
                </a:solidFill>
              </a:defRPr>
            </a:lvl3pPr>
            <a:lvl4pPr lvl="3" rtl="0" algn="ctr">
              <a:spcBef>
                <a:spcPts val="0"/>
              </a:spcBef>
              <a:spcAft>
                <a:spcPts val="0"/>
              </a:spcAft>
              <a:buClr>
                <a:schemeClr val="lt1"/>
              </a:buClr>
              <a:buSzPts val="10000"/>
              <a:buNone/>
              <a:defRPr sz="10000">
                <a:solidFill>
                  <a:schemeClr val="lt1"/>
                </a:solidFill>
              </a:defRPr>
            </a:lvl4pPr>
            <a:lvl5pPr lvl="4" rtl="0" algn="ctr">
              <a:spcBef>
                <a:spcPts val="0"/>
              </a:spcBef>
              <a:spcAft>
                <a:spcPts val="0"/>
              </a:spcAft>
              <a:buClr>
                <a:schemeClr val="lt1"/>
              </a:buClr>
              <a:buSzPts val="10000"/>
              <a:buNone/>
              <a:defRPr sz="10000">
                <a:solidFill>
                  <a:schemeClr val="lt1"/>
                </a:solidFill>
              </a:defRPr>
            </a:lvl5pPr>
            <a:lvl6pPr lvl="5" rtl="0" algn="ctr">
              <a:spcBef>
                <a:spcPts val="0"/>
              </a:spcBef>
              <a:spcAft>
                <a:spcPts val="0"/>
              </a:spcAft>
              <a:buClr>
                <a:schemeClr val="lt1"/>
              </a:buClr>
              <a:buSzPts val="10000"/>
              <a:buNone/>
              <a:defRPr sz="10000">
                <a:solidFill>
                  <a:schemeClr val="lt1"/>
                </a:solidFill>
              </a:defRPr>
            </a:lvl6pPr>
            <a:lvl7pPr lvl="6" rtl="0" algn="ctr">
              <a:spcBef>
                <a:spcPts val="0"/>
              </a:spcBef>
              <a:spcAft>
                <a:spcPts val="0"/>
              </a:spcAft>
              <a:buClr>
                <a:schemeClr val="lt1"/>
              </a:buClr>
              <a:buSzPts val="10000"/>
              <a:buNone/>
              <a:defRPr sz="10000">
                <a:solidFill>
                  <a:schemeClr val="lt1"/>
                </a:solidFill>
              </a:defRPr>
            </a:lvl7pPr>
            <a:lvl8pPr lvl="7" rtl="0" algn="ctr">
              <a:spcBef>
                <a:spcPts val="0"/>
              </a:spcBef>
              <a:spcAft>
                <a:spcPts val="0"/>
              </a:spcAft>
              <a:buClr>
                <a:schemeClr val="lt1"/>
              </a:buClr>
              <a:buSzPts val="10000"/>
              <a:buNone/>
              <a:defRPr sz="10000">
                <a:solidFill>
                  <a:schemeClr val="lt1"/>
                </a:solidFill>
              </a:defRPr>
            </a:lvl8pPr>
            <a:lvl9pPr lvl="8" rtl="0" algn="ctr">
              <a:spcBef>
                <a:spcPts val="0"/>
              </a:spcBef>
              <a:spcAft>
                <a:spcPts val="0"/>
              </a:spcAft>
              <a:buClr>
                <a:schemeClr val="lt1"/>
              </a:buClr>
              <a:buSzPts val="10000"/>
              <a:buNone/>
              <a:defRPr sz="10000">
                <a:solidFill>
                  <a:schemeClr val="lt1"/>
                </a:solidFill>
              </a:defRPr>
            </a:lvl9pPr>
          </a:lstStyle>
          <a:p>
            <a:r>
              <a:t>xx%</a:t>
            </a:r>
          </a:p>
        </p:txBody>
      </p:sp>
      <p:sp>
        <p:nvSpPr>
          <p:cNvPr id="69" name="Google Shape;69;p3"/>
          <p:cNvSpPr txBox="1"/>
          <p:nvPr>
            <p:ph idx="1" type="subTitle"/>
          </p:nvPr>
        </p:nvSpPr>
        <p:spPr>
          <a:xfrm>
            <a:off x="3848200" y="3971354"/>
            <a:ext cx="4451100" cy="407700"/>
          </a:xfrm>
          <a:prstGeom prst="rect">
            <a:avLst/>
          </a:prstGeom>
          <a:solidFill>
            <a:schemeClr val="dk1"/>
          </a:solidFill>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solidFill>
                  <a:schemeClr val="lt1"/>
                </a:solidFill>
                <a:latin typeface="Albert Sans Medium"/>
                <a:ea typeface="Albert Sans Medium"/>
                <a:cs typeface="Albert Sans Medium"/>
                <a:sym typeface="Albert Sans Medium"/>
              </a:defRPr>
            </a:lvl1pPr>
            <a:lvl2pPr lvl="1" algn="ctr">
              <a:spcBef>
                <a:spcPts val="0"/>
              </a:spcBef>
              <a:spcAft>
                <a:spcPts val="0"/>
              </a:spcAft>
              <a:buSzPts val="1400"/>
              <a:buNone/>
              <a:defRPr sz="1400"/>
            </a:lvl2pPr>
            <a:lvl3pPr lvl="2" algn="ctr">
              <a:spcBef>
                <a:spcPts val="0"/>
              </a:spcBef>
              <a:spcAft>
                <a:spcPts val="0"/>
              </a:spcAft>
              <a:buSzPts val="1400"/>
              <a:buNone/>
              <a:defRPr sz="1400"/>
            </a:lvl3pPr>
            <a:lvl4pPr lvl="3" algn="ctr">
              <a:spcBef>
                <a:spcPts val="0"/>
              </a:spcBef>
              <a:spcAft>
                <a:spcPts val="0"/>
              </a:spcAft>
              <a:buSzPts val="1400"/>
              <a:buNone/>
              <a:defRPr sz="1400"/>
            </a:lvl4pPr>
            <a:lvl5pPr lvl="4" algn="ctr">
              <a:spcBef>
                <a:spcPts val="0"/>
              </a:spcBef>
              <a:spcAft>
                <a:spcPts val="0"/>
              </a:spcAft>
              <a:buSzPts val="1400"/>
              <a:buNone/>
              <a:defRPr sz="1400"/>
            </a:lvl5pPr>
            <a:lvl6pPr lvl="5" algn="ctr">
              <a:spcBef>
                <a:spcPts val="0"/>
              </a:spcBef>
              <a:spcAft>
                <a:spcPts val="0"/>
              </a:spcAft>
              <a:buSzPts val="1400"/>
              <a:buNone/>
              <a:defRPr sz="1400"/>
            </a:lvl6pPr>
            <a:lvl7pPr lvl="6" algn="ctr">
              <a:spcBef>
                <a:spcPts val="0"/>
              </a:spcBef>
              <a:spcAft>
                <a:spcPts val="0"/>
              </a:spcAft>
              <a:buSzPts val="1400"/>
              <a:buNone/>
              <a:defRPr sz="1400"/>
            </a:lvl7pPr>
            <a:lvl8pPr lvl="7" algn="ctr">
              <a:spcBef>
                <a:spcPts val="0"/>
              </a:spcBef>
              <a:spcAft>
                <a:spcPts val="0"/>
              </a:spcAft>
              <a:buSzPts val="1400"/>
              <a:buNone/>
              <a:defRPr sz="1400"/>
            </a:lvl8pPr>
            <a:lvl9pPr lvl="8" algn="ctr">
              <a:spcBef>
                <a:spcPts val="0"/>
              </a:spcBef>
              <a:spcAft>
                <a:spcPts val="0"/>
              </a:spcAft>
              <a:buSzPts val="1400"/>
              <a:buNone/>
              <a:defRPr sz="1400"/>
            </a:lvl9pPr>
          </a:lstStyle>
          <a:p/>
        </p:txBody>
      </p:sp>
      <p:grpSp>
        <p:nvGrpSpPr>
          <p:cNvPr id="70" name="Google Shape;70;p3"/>
          <p:cNvGrpSpPr/>
          <p:nvPr/>
        </p:nvGrpSpPr>
        <p:grpSpPr>
          <a:xfrm rot="-5400000">
            <a:off x="-3260925" y="2898675"/>
            <a:ext cx="7124450" cy="668900"/>
            <a:chOff x="-372325" y="-64950"/>
            <a:chExt cx="7124450" cy="668900"/>
          </a:xfrm>
        </p:grpSpPr>
        <p:sp>
          <p:nvSpPr>
            <p:cNvPr id="71" name="Google Shape;71;p3"/>
            <p:cNvSpPr/>
            <p:nvPr/>
          </p:nvSpPr>
          <p:spPr>
            <a:xfrm>
              <a:off x="-3723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197100" y="-64950"/>
              <a:ext cx="508300" cy="668900"/>
            </a:xfrm>
            <a:custGeom>
              <a:rect b="b" l="l" r="r" t="t"/>
              <a:pathLst>
                <a:path extrusionOk="0" h="26756" w="20332">
                  <a:moveTo>
                    <a:pt x="19277"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223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15242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327675"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502425" y="-64950"/>
              <a:ext cx="508800" cy="668900"/>
            </a:xfrm>
            <a:custGeom>
              <a:rect b="b" l="l" r="r" t="t"/>
              <a:pathLst>
                <a:path extrusionOk="0" h="26756" w="20352">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677675"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2450" y="-64950"/>
              <a:ext cx="508300" cy="668900"/>
            </a:xfrm>
            <a:custGeom>
              <a:rect b="b" l="l" r="r" t="t"/>
              <a:pathLst>
                <a:path extrusionOk="0" h="26756" w="20332">
                  <a:moveTo>
                    <a:pt x="19295"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1027675" y="-64950"/>
              <a:ext cx="508300" cy="668900"/>
            </a:xfrm>
            <a:custGeom>
              <a:rect b="b" l="l" r="r" t="t"/>
              <a:pathLst>
                <a:path extrusionOk="0" h="26756" w="20332">
                  <a:moveTo>
                    <a:pt x="19277" y="0"/>
                  </a:moveTo>
                  <a:lnTo>
                    <a:pt x="1"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1202450" y="-64950"/>
              <a:ext cx="508300" cy="668900"/>
            </a:xfrm>
            <a:custGeom>
              <a:rect b="b" l="l" r="r" t="t"/>
              <a:pathLst>
                <a:path extrusionOk="0" h="26756" w="20332">
                  <a:moveTo>
                    <a:pt x="19295"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1377675" y="-64950"/>
              <a:ext cx="508325" cy="668900"/>
            </a:xfrm>
            <a:custGeom>
              <a:rect b="b" l="l" r="r" t="t"/>
              <a:pathLst>
                <a:path extrusionOk="0" h="26756" w="20333">
                  <a:moveTo>
                    <a:pt x="19277" y="0"/>
                  </a:moveTo>
                  <a:lnTo>
                    <a:pt x="1"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1552450"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1727225" y="-64950"/>
              <a:ext cx="508775" cy="668900"/>
            </a:xfrm>
            <a:custGeom>
              <a:rect b="b" l="l" r="r" t="t"/>
              <a:pathLst>
                <a:path extrusionOk="0" h="26756" w="20351">
                  <a:moveTo>
                    <a:pt x="19295" y="0"/>
                  </a:moveTo>
                  <a:lnTo>
                    <a:pt x="0" y="26756"/>
                  </a:lnTo>
                  <a:lnTo>
                    <a:pt x="1055" y="26756"/>
                  </a:lnTo>
                  <a:lnTo>
                    <a:pt x="2035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188597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206072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2235975"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a:off x="2410725" y="-64950"/>
              <a:ext cx="508325" cy="668900"/>
            </a:xfrm>
            <a:custGeom>
              <a:rect b="b" l="l" r="r" t="t"/>
              <a:pathLst>
                <a:path extrusionOk="0" h="26756" w="20333">
                  <a:moveTo>
                    <a:pt x="19296"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p:nvPr/>
          </p:nvSpPr>
          <p:spPr>
            <a:xfrm>
              <a:off x="2585975" y="-64950"/>
              <a:ext cx="508300" cy="668900"/>
            </a:xfrm>
            <a:custGeom>
              <a:rect b="b" l="l" r="r" t="t"/>
              <a:pathLst>
                <a:path extrusionOk="0" h="26756" w="20332">
                  <a:moveTo>
                    <a:pt x="19276"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27607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29355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a:off x="31107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32855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a:off x="3460750"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3635500" y="-64950"/>
              <a:ext cx="508800" cy="668900"/>
            </a:xfrm>
            <a:custGeom>
              <a:rect b="b" l="l" r="r" t="t"/>
              <a:pathLst>
                <a:path extrusionOk="0" h="26756" w="20352">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a:off x="3810750"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
            <p:cNvSpPr/>
            <p:nvPr/>
          </p:nvSpPr>
          <p:spPr>
            <a:xfrm>
              <a:off x="3985525" y="-64950"/>
              <a:ext cx="508300" cy="668900"/>
            </a:xfrm>
            <a:custGeom>
              <a:rect b="b" l="l" r="r" t="t"/>
              <a:pathLst>
                <a:path extrusionOk="0" h="26756" w="20332">
                  <a:moveTo>
                    <a:pt x="19295"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a:off x="4144275" y="-64950"/>
              <a:ext cx="508300" cy="668900"/>
            </a:xfrm>
            <a:custGeom>
              <a:rect b="b" l="l" r="r" t="t"/>
              <a:pathLst>
                <a:path extrusionOk="0" h="26756" w="20332">
                  <a:moveTo>
                    <a:pt x="19276" y="0"/>
                  </a:moveTo>
                  <a:lnTo>
                    <a:pt x="0" y="26756"/>
                  </a:lnTo>
                  <a:lnTo>
                    <a:pt x="1036"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4319025"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p:nvPr/>
          </p:nvSpPr>
          <p:spPr>
            <a:xfrm>
              <a:off x="4493800" y="-64950"/>
              <a:ext cx="508775" cy="668900"/>
            </a:xfrm>
            <a:custGeom>
              <a:rect b="b" l="l" r="r" t="t"/>
              <a:pathLst>
                <a:path extrusionOk="0" h="26756" w="20351">
                  <a:moveTo>
                    <a:pt x="19295" y="0"/>
                  </a:moveTo>
                  <a:lnTo>
                    <a:pt x="0"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
            <p:cNvSpPr/>
            <p:nvPr/>
          </p:nvSpPr>
          <p:spPr>
            <a:xfrm>
              <a:off x="4669025"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p:nvPr/>
          </p:nvSpPr>
          <p:spPr>
            <a:xfrm>
              <a:off x="48438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a:off x="50190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p:nvPr/>
          </p:nvSpPr>
          <p:spPr>
            <a:xfrm>
              <a:off x="5193800" y="-64950"/>
              <a:ext cx="508300" cy="668900"/>
            </a:xfrm>
            <a:custGeom>
              <a:rect b="b" l="l" r="r" t="t"/>
              <a:pathLst>
                <a:path extrusionOk="0" h="26756" w="20332">
                  <a:moveTo>
                    <a:pt x="19296"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5369050"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5543800"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p:nvPr/>
          </p:nvSpPr>
          <p:spPr>
            <a:xfrm>
              <a:off x="5719050" y="-64950"/>
              <a:ext cx="508300" cy="668900"/>
            </a:xfrm>
            <a:custGeom>
              <a:rect b="b" l="l" r="r" t="t"/>
              <a:pathLst>
                <a:path extrusionOk="0" h="26756" w="20332">
                  <a:moveTo>
                    <a:pt x="19276"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58938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a:off x="606857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62438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 name="Google Shape;110;p3"/>
          <p:cNvSpPr/>
          <p:nvPr/>
        </p:nvSpPr>
        <p:spPr>
          <a:xfrm>
            <a:off x="4839950" y="4590000"/>
            <a:ext cx="4311600" cy="296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rot="10800000">
            <a:off x="7294175" y="0"/>
            <a:ext cx="1857300" cy="18081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rot="10800000">
            <a:off x="7774475" y="100"/>
            <a:ext cx="1377000" cy="13404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8332875" y="289300"/>
            <a:ext cx="500100" cy="500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a:off x="-33150" y="3335400"/>
            <a:ext cx="1857300" cy="180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a:off x="-33150" y="3803000"/>
            <a:ext cx="1377000" cy="13404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p:nvPr/>
        </p:nvSpPr>
        <p:spPr>
          <a:xfrm>
            <a:off x="0" y="522100"/>
            <a:ext cx="1584000" cy="24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 name="Google Shape;117;p3"/>
          <p:cNvGrpSpPr/>
          <p:nvPr/>
        </p:nvGrpSpPr>
        <p:grpSpPr>
          <a:xfrm>
            <a:off x="4973100" y="4699200"/>
            <a:ext cx="2026200" cy="78000"/>
            <a:chOff x="6727425" y="4608275"/>
            <a:chExt cx="2026200" cy="78000"/>
          </a:xfrm>
        </p:grpSpPr>
        <p:sp>
          <p:nvSpPr>
            <p:cNvPr id="118" name="Google Shape;118;p3"/>
            <p:cNvSpPr/>
            <p:nvPr/>
          </p:nvSpPr>
          <p:spPr>
            <a:xfrm>
              <a:off x="67274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
            <p:cNvSpPr/>
            <p:nvPr/>
          </p:nvSpPr>
          <p:spPr>
            <a:xfrm>
              <a:off x="70521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
            <p:cNvSpPr/>
            <p:nvPr/>
          </p:nvSpPr>
          <p:spPr>
            <a:xfrm>
              <a:off x="73768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
            <p:cNvSpPr/>
            <p:nvPr/>
          </p:nvSpPr>
          <p:spPr>
            <a:xfrm>
              <a:off x="77015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p:nvPr/>
          </p:nvSpPr>
          <p:spPr>
            <a:xfrm>
              <a:off x="80262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p:nvPr/>
          </p:nvSpPr>
          <p:spPr>
            <a:xfrm>
              <a:off x="83509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
            <p:cNvSpPr/>
            <p:nvPr/>
          </p:nvSpPr>
          <p:spPr>
            <a:xfrm>
              <a:off x="86756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3"/>
          <p:cNvSpPr/>
          <p:nvPr>
            <p:ph idx="3" type="pic"/>
          </p:nvPr>
        </p:nvSpPr>
        <p:spPr>
          <a:xfrm>
            <a:off x="700775" y="764425"/>
            <a:ext cx="2966100" cy="36147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6" name="Shape 126"/>
        <p:cNvGrpSpPr/>
        <p:nvPr/>
      </p:nvGrpSpPr>
      <p:grpSpPr>
        <a:xfrm>
          <a:off x="0" y="0"/>
          <a:ext cx="0" cy="0"/>
          <a:chOff x="0" y="0"/>
          <a:chExt cx="0" cy="0"/>
        </a:xfrm>
      </p:grpSpPr>
      <p:sp>
        <p:nvSpPr>
          <p:cNvPr id="127" name="Google Shape;127;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8" name="Google Shape;128;p4"/>
          <p:cNvSpPr txBox="1"/>
          <p:nvPr>
            <p:ph idx="1" type="body"/>
          </p:nvPr>
        </p:nvSpPr>
        <p:spPr>
          <a:xfrm>
            <a:off x="720000" y="1091500"/>
            <a:ext cx="7704000" cy="35121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Font typeface="Albert Sans"/>
              <a:buChar char="●"/>
              <a:defRPr>
                <a:latin typeface="Albert Sans Medium"/>
                <a:ea typeface="Albert Sans Medium"/>
                <a:cs typeface="Albert Sans Medium"/>
                <a:sym typeface="Albert Sans Medium"/>
              </a:defRPr>
            </a:lvl1pPr>
            <a:lvl2pPr indent="-304800" lvl="1" marL="914400">
              <a:spcBef>
                <a:spcPts val="0"/>
              </a:spcBef>
              <a:spcAft>
                <a:spcPts val="0"/>
              </a:spcAft>
              <a:buSzPts val="1200"/>
              <a:buFont typeface="Albert Sans Light"/>
              <a:buChar char="○"/>
              <a:defRPr>
                <a:latin typeface="Albert Sans Medium"/>
                <a:ea typeface="Albert Sans Medium"/>
                <a:cs typeface="Albert Sans Medium"/>
                <a:sym typeface="Albert Sans Medium"/>
              </a:defRPr>
            </a:lvl2pPr>
            <a:lvl3pPr indent="-304800" lvl="2" marL="1371600">
              <a:spcBef>
                <a:spcPts val="0"/>
              </a:spcBef>
              <a:spcAft>
                <a:spcPts val="0"/>
              </a:spcAft>
              <a:buSzPts val="1200"/>
              <a:buFont typeface="Albert Sans Light"/>
              <a:buChar char="■"/>
              <a:defRPr>
                <a:latin typeface="Albert Sans Medium"/>
                <a:ea typeface="Albert Sans Medium"/>
                <a:cs typeface="Albert Sans Medium"/>
                <a:sym typeface="Albert Sans Medium"/>
              </a:defRPr>
            </a:lvl3pPr>
            <a:lvl4pPr indent="-304800" lvl="3" marL="1828800">
              <a:spcBef>
                <a:spcPts val="0"/>
              </a:spcBef>
              <a:spcAft>
                <a:spcPts val="0"/>
              </a:spcAft>
              <a:buSzPts val="1200"/>
              <a:buFont typeface="Albert Sans Light"/>
              <a:buChar char="●"/>
              <a:defRPr>
                <a:latin typeface="Albert Sans Medium"/>
                <a:ea typeface="Albert Sans Medium"/>
                <a:cs typeface="Albert Sans Medium"/>
                <a:sym typeface="Albert Sans Medium"/>
              </a:defRPr>
            </a:lvl4pPr>
            <a:lvl5pPr indent="-304800" lvl="4" marL="2286000">
              <a:spcBef>
                <a:spcPts val="0"/>
              </a:spcBef>
              <a:spcAft>
                <a:spcPts val="0"/>
              </a:spcAft>
              <a:buSzPts val="1200"/>
              <a:buFont typeface="Albert Sans Light"/>
              <a:buChar char="○"/>
              <a:defRPr>
                <a:latin typeface="Albert Sans Medium"/>
                <a:ea typeface="Albert Sans Medium"/>
                <a:cs typeface="Albert Sans Medium"/>
                <a:sym typeface="Albert Sans Medium"/>
              </a:defRPr>
            </a:lvl5pPr>
            <a:lvl6pPr indent="-304800" lvl="5" marL="2743200">
              <a:spcBef>
                <a:spcPts val="0"/>
              </a:spcBef>
              <a:spcAft>
                <a:spcPts val="0"/>
              </a:spcAft>
              <a:buSzPts val="1200"/>
              <a:buFont typeface="Albert Sans Light"/>
              <a:buChar char="■"/>
              <a:defRPr>
                <a:latin typeface="Albert Sans Medium"/>
                <a:ea typeface="Albert Sans Medium"/>
                <a:cs typeface="Albert Sans Medium"/>
                <a:sym typeface="Albert Sans Medium"/>
              </a:defRPr>
            </a:lvl6pPr>
            <a:lvl7pPr indent="-304800" lvl="6" marL="3200400">
              <a:spcBef>
                <a:spcPts val="0"/>
              </a:spcBef>
              <a:spcAft>
                <a:spcPts val="0"/>
              </a:spcAft>
              <a:buSzPts val="1200"/>
              <a:buFont typeface="Albert Sans Light"/>
              <a:buChar char="●"/>
              <a:defRPr>
                <a:latin typeface="Albert Sans Medium"/>
                <a:ea typeface="Albert Sans Medium"/>
                <a:cs typeface="Albert Sans Medium"/>
                <a:sym typeface="Albert Sans Medium"/>
              </a:defRPr>
            </a:lvl7pPr>
            <a:lvl8pPr indent="-304800" lvl="7" marL="3657600">
              <a:spcBef>
                <a:spcPts val="0"/>
              </a:spcBef>
              <a:spcAft>
                <a:spcPts val="0"/>
              </a:spcAft>
              <a:buSzPts val="1200"/>
              <a:buFont typeface="Albert Sans Light"/>
              <a:buChar char="○"/>
              <a:defRPr>
                <a:latin typeface="Albert Sans Medium"/>
                <a:ea typeface="Albert Sans Medium"/>
                <a:cs typeface="Albert Sans Medium"/>
                <a:sym typeface="Albert Sans Medium"/>
              </a:defRPr>
            </a:lvl8pPr>
            <a:lvl9pPr indent="-304800" lvl="8" marL="4114800">
              <a:spcBef>
                <a:spcPts val="0"/>
              </a:spcBef>
              <a:spcAft>
                <a:spcPts val="0"/>
              </a:spcAft>
              <a:buSzPts val="1200"/>
              <a:buFont typeface="Albert Sans Light"/>
              <a:buChar char="■"/>
              <a:defRPr>
                <a:latin typeface="Albert Sans Medium"/>
                <a:ea typeface="Albert Sans Medium"/>
                <a:cs typeface="Albert Sans Medium"/>
                <a:sym typeface="Albert Sans Medium"/>
              </a:defRPr>
            </a:lvl9pPr>
          </a:lstStyle>
          <a:p/>
        </p:txBody>
      </p:sp>
      <p:grpSp>
        <p:nvGrpSpPr>
          <p:cNvPr id="129" name="Google Shape;129;p4"/>
          <p:cNvGrpSpPr/>
          <p:nvPr/>
        </p:nvGrpSpPr>
        <p:grpSpPr>
          <a:xfrm>
            <a:off x="-372325" y="4603600"/>
            <a:ext cx="7124450" cy="668900"/>
            <a:chOff x="-372325" y="-64950"/>
            <a:chExt cx="7124450" cy="668900"/>
          </a:xfrm>
        </p:grpSpPr>
        <p:sp>
          <p:nvSpPr>
            <p:cNvPr id="130" name="Google Shape;130;p4"/>
            <p:cNvSpPr/>
            <p:nvPr/>
          </p:nvSpPr>
          <p:spPr>
            <a:xfrm>
              <a:off x="-3723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
            <p:cNvSpPr/>
            <p:nvPr/>
          </p:nvSpPr>
          <p:spPr>
            <a:xfrm>
              <a:off x="-197100" y="-64950"/>
              <a:ext cx="508300" cy="668900"/>
            </a:xfrm>
            <a:custGeom>
              <a:rect b="b" l="l" r="r" t="t"/>
              <a:pathLst>
                <a:path extrusionOk="0" h="26756" w="20332">
                  <a:moveTo>
                    <a:pt x="19277"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p:nvPr/>
          </p:nvSpPr>
          <p:spPr>
            <a:xfrm>
              <a:off x="-223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15242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a:off x="327675"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p:nvPr/>
          </p:nvSpPr>
          <p:spPr>
            <a:xfrm>
              <a:off x="502425" y="-64950"/>
              <a:ext cx="508800" cy="668900"/>
            </a:xfrm>
            <a:custGeom>
              <a:rect b="b" l="l" r="r" t="t"/>
              <a:pathLst>
                <a:path extrusionOk="0" h="26756" w="20352">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p:nvPr/>
          </p:nvSpPr>
          <p:spPr>
            <a:xfrm>
              <a:off x="677675"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a:off x="852450" y="-64950"/>
              <a:ext cx="508300" cy="668900"/>
            </a:xfrm>
            <a:custGeom>
              <a:rect b="b" l="l" r="r" t="t"/>
              <a:pathLst>
                <a:path extrusionOk="0" h="26756" w="20332">
                  <a:moveTo>
                    <a:pt x="19295"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1027675" y="-64950"/>
              <a:ext cx="508300" cy="668900"/>
            </a:xfrm>
            <a:custGeom>
              <a:rect b="b" l="l" r="r" t="t"/>
              <a:pathLst>
                <a:path extrusionOk="0" h="26756" w="20332">
                  <a:moveTo>
                    <a:pt x="19277" y="0"/>
                  </a:moveTo>
                  <a:lnTo>
                    <a:pt x="1"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a:off x="1202450" y="-64950"/>
              <a:ext cx="508300" cy="668900"/>
            </a:xfrm>
            <a:custGeom>
              <a:rect b="b" l="l" r="r" t="t"/>
              <a:pathLst>
                <a:path extrusionOk="0" h="26756" w="20332">
                  <a:moveTo>
                    <a:pt x="19295"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p:nvPr/>
          </p:nvSpPr>
          <p:spPr>
            <a:xfrm>
              <a:off x="1377675" y="-64950"/>
              <a:ext cx="508325" cy="668900"/>
            </a:xfrm>
            <a:custGeom>
              <a:rect b="b" l="l" r="r" t="t"/>
              <a:pathLst>
                <a:path extrusionOk="0" h="26756" w="20333">
                  <a:moveTo>
                    <a:pt x="19277" y="0"/>
                  </a:moveTo>
                  <a:lnTo>
                    <a:pt x="1"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p:nvPr/>
          </p:nvSpPr>
          <p:spPr>
            <a:xfrm>
              <a:off x="1552450"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1727225" y="-64950"/>
              <a:ext cx="508775" cy="668900"/>
            </a:xfrm>
            <a:custGeom>
              <a:rect b="b" l="l" r="r" t="t"/>
              <a:pathLst>
                <a:path extrusionOk="0" h="26756" w="20351">
                  <a:moveTo>
                    <a:pt x="19295" y="0"/>
                  </a:moveTo>
                  <a:lnTo>
                    <a:pt x="0" y="26756"/>
                  </a:lnTo>
                  <a:lnTo>
                    <a:pt x="1055" y="26756"/>
                  </a:lnTo>
                  <a:lnTo>
                    <a:pt x="2035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188597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206072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
            <p:cNvSpPr/>
            <p:nvPr/>
          </p:nvSpPr>
          <p:spPr>
            <a:xfrm>
              <a:off x="2235975"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
            <p:cNvSpPr/>
            <p:nvPr/>
          </p:nvSpPr>
          <p:spPr>
            <a:xfrm>
              <a:off x="2410725" y="-64950"/>
              <a:ext cx="508325" cy="668900"/>
            </a:xfrm>
            <a:custGeom>
              <a:rect b="b" l="l" r="r" t="t"/>
              <a:pathLst>
                <a:path extrusionOk="0" h="26756" w="20333">
                  <a:moveTo>
                    <a:pt x="19296"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a:off x="2585975" y="-64950"/>
              <a:ext cx="508300" cy="668900"/>
            </a:xfrm>
            <a:custGeom>
              <a:rect b="b" l="l" r="r" t="t"/>
              <a:pathLst>
                <a:path extrusionOk="0" h="26756" w="20332">
                  <a:moveTo>
                    <a:pt x="19276"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4"/>
            <p:cNvSpPr/>
            <p:nvPr/>
          </p:nvSpPr>
          <p:spPr>
            <a:xfrm>
              <a:off x="27607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4"/>
            <p:cNvSpPr/>
            <p:nvPr/>
          </p:nvSpPr>
          <p:spPr>
            <a:xfrm>
              <a:off x="29355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4"/>
            <p:cNvSpPr/>
            <p:nvPr/>
          </p:nvSpPr>
          <p:spPr>
            <a:xfrm>
              <a:off x="31107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4"/>
            <p:cNvSpPr/>
            <p:nvPr/>
          </p:nvSpPr>
          <p:spPr>
            <a:xfrm>
              <a:off x="32855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
            <p:cNvSpPr/>
            <p:nvPr/>
          </p:nvSpPr>
          <p:spPr>
            <a:xfrm>
              <a:off x="3460750"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
            <p:cNvSpPr/>
            <p:nvPr/>
          </p:nvSpPr>
          <p:spPr>
            <a:xfrm>
              <a:off x="3635500" y="-64950"/>
              <a:ext cx="508800" cy="668900"/>
            </a:xfrm>
            <a:custGeom>
              <a:rect b="b" l="l" r="r" t="t"/>
              <a:pathLst>
                <a:path extrusionOk="0" h="26756" w="20352">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4"/>
            <p:cNvSpPr/>
            <p:nvPr/>
          </p:nvSpPr>
          <p:spPr>
            <a:xfrm>
              <a:off x="3810750"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4"/>
            <p:cNvSpPr/>
            <p:nvPr/>
          </p:nvSpPr>
          <p:spPr>
            <a:xfrm>
              <a:off x="3985525" y="-64950"/>
              <a:ext cx="508300" cy="668900"/>
            </a:xfrm>
            <a:custGeom>
              <a:rect b="b" l="l" r="r" t="t"/>
              <a:pathLst>
                <a:path extrusionOk="0" h="26756" w="20332">
                  <a:moveTo>
                    <a:pt x="19295"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
            <p:cNvSpPr/>
            <p:nvPr/>
          </p:nvSpPr>
          <p:spPr>
            <a:xfrm>
              <a:off x="4144275" y="-64950"/>
              <a:ext cx="508300" cy="668900"/>
            </a:xfrm>
            <a:custGeom>
              <a:rect b="b" l="l" r="r" t="t"/>
              <a:pathLst>
                <a:path extrusionOk="0" h="26756" w="20332">
                  <a:moveTo>
                    <a:pt x="19276" y="0"/>
                  </a:moveTo>
                  <a:lnTo>
                    <a:pt x="0" y="26756"/>
                  </a:lnTo>
                  <a:lnTo>
                    <a:pt x="1036"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4"/>
            <p:cNvSpPr/>
            <p:nvPr/>
          </p:nvSpPr>
          <p:spPr>
            <a:xfrm>
              <a:off x="4319025"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4"/>
            <p:cNvSpPr/>
            <p:nvPr/>
          </p:nvSpPr>
          <p:spPr>
            <a:xfrm>
              <a:off x="4493800" y="-64950"/>
              <a:ext cx="508775" cy="668900"/>
            </a:xfrm>
            <a:custGeom>
              <a:rect b="b" l="l" r="r" t="t"/>
              <a:pathLst>
                <a:path extrusionOk="0" h="26756" w="20351">
                  <a:moveTo>
                    <a:pt x="19295" y="0"/>
                  </a:moveTo>
                  <a:lnTo>
                    <a:pt x="0"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
            <p:cNvSpPr/>
            <p:nvPr/>
          </p:nvSpPr>
          <p:spPr>
            <a:xfrm>
              <a:off x="4669025"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4"/>
            <p:cNvSpPr/>
            <p:nvPr/>
          </p:nvSpPr>
          <p:spPr>
            <a:xfrm>
              <a:off x="48438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4"/>
            <p:cNvSpPr/>
            <p:nvPr/>
          </p:nvSpPr>
          <p:spPr>
            <a:xfrm>
              <a:off x="50190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4"/>
            <p:cNvSpPr/>
            <p:nvPr/>
          </p:nvSpPr>
          <p:spPr>
            <a:xfrm>
              <a:off x="5193800" y="-64950"/>
              <a:ext cx="508300" cy="668900"/>
            </a:xfrm>
            <a:custGeom>
              <a:rect b="b" l="l" r="r" t="t"/>
              <a:pathLst>
                <a:path extrusionOk="0" h="26756" w="20332">
                  <a:moveTo>
                    <a:pt x="19296"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4"/>
            <p:cNvSpPr/>
            <p:nvPr/>
          </p:nvSpPr>
          <p:spPr>
            <a:xfrm>
              <a:off x="5369050"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4"/>
            <p:cNvSpPr/>
            <p:nvPr/>
          </p:nvSpPr>
          <p:spPr>
            <a:xfrm>
              <a:off x="5543800"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4"/>
            <p:cNvSpPr/>
            <p:nvPr/>
          </p:nvSpPr>
          <p:spPr>
            <a:xfrm>
              <a:off x="5719050" y="-64950"/>
              <a:ext cx="508300" cy="668900"/>
            </a:xfrm>
            <a:custGeom>
              <a:rect b="b" l="l" r="r" t="t"/>
              <a:pathLst>
                <a:path extrusionOk="0" h="26756" w="20332">
                  <a:moveTo>
                    <a:pt x="19276"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4"/>
            <p:cNvSpPr/>
            <p:nvPr/>
          </p:nvSpPr>
          <p:spPr>
            <a:xfrm>
              <a:off x="58938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4"/>
            <p:cNvSpPr/>
            <p:nvPr/>
          </p:nvSpPr>
          <p:spPr>
            <a:xfrm>
              <a:off x="606857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4"/>
            <p:cNvSpPr/>
            <p:nvPr/>
          </p:nvSpPr>
          <p:spPr>
            <a:xfrm>
              <a:off x="62438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 name="Google Shape;169;p4"/>
          <p:cNvSpPr/>
          <p:nvPr/>
        </p:nvSpPr>
        <p:spPr>
          <a:xfrm>
            <a:off x="8855075" y="12259"/>
            <a:ext cx="290700" cy="3512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4"/>
          <p:cNvSpPr/>
          <p:nvPr/>
        </p:nvSpPr>
        <p:spPr>
          <a:xfrm>
            <a:off x="8654375" y="3140500"/>
            <a:ext cx="489600" cy="558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4"/>
          <p:cNvSpPr/>
          <p:nvPr/>
        </p:nvSpPr>
        <p:spPr>
          <a:xfrm>
            <a:off x="8357975" y="3698800"/>
            <a:ext cx="296400" cy="296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2" name="Shape 172"/>
        <p:cNvGrpSpPr/>
        <p:nvPr/>
      </p:nvGrpSpPr>
      <p:grpSpPr>
        <a:xfrm>
          <a:off x="0" y="0"/>
          <a:ext cx="0" cy="0"/>
          <a:chOff x="0" y="0"/>
          <a:chExt cx="0" cy="0"/>
        </a:xfrm>
      </p:grpSpPr>
      <p:sp>
        <p:nvSpPr>
          <p:cNvPr id="173" name="Google Shape;173;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74" name="Google Shape;174;p5"/>
          <p:cNvSpPr txBox="1"/>
          <p:nvPr>
            <p:ph idx="2" type="title"/>
          </p:nvPr>
        </p:nvSpPr>
        <p:spPr>
          <a:xfrm>
            <a:off x="720000" y="2432100"/>
            <a:ext cx="3522300" cy="572700"/>
          </a:xfrm>
          <a:prstGeom prst="rect">
            <a:avLst/>
          </a:prstGeom>
          <a:solidFill>
            <a:schemeClr val="dk1"/>
          </a:solidFill>
          <a:ln>
            <a:noFill/>
          </a:ln>
        </p:spPr>
        <p:txBody>
          <a:bodyPr anchorCtr="0" anchor="ctr" bIns="91425" lIns="91425" spcFirstLastPara="1" rIns="91425" wrap="square" tIns="91425">
            <a:noAutofit/>
          </a:bodyPr>
          <a:lstStyle>
            <a:lvl1pPr lvl="0" algn="ctr">
              <a:spcBef>
                <a:spcPts val="0"/>
              </a:spcBef>
              <a:spcAft>
                <a:spcPts val="0"/>
              </a:spcAft>
              <a:buSzPts val="3000"/>
              <a:buNone/>
              <a:defRPr sz="2300">
                <a:solidFill>
                  <a:schemeClr val="lt1"/>
                </a:solidFill>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75" name="Google Shape;175;p5"/>
          <p:cNvSpPr txBox="1"/>
          <p:nvPr>
            <p:ph idx="3" type="title"/>
          </p:nvPr>
        </p:nvSpPr>
        <p:spPr>
          <a:xfrm>
            <a:off x="4901694" y="2432100"/>
            <a:ext cx="3522300" cy="572700"/>
          </a:xfrm>
          <a:prstGeom prst="rect">
            <a:avLst/>
          </a:prstGeom>
          <a:solidFill>
            <a:schemeClr val="dk1"/>
          </a:solid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2300">
                <a:solidFill>
                  <a:schemeClr val="lt1"/>
                </a:solidFill>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176" name="Google Shape;176;p5"/>
          <p:cNvSpPr txBox="1"/>
          <p:nvPr>
            <p:ph idx="1" type="subTitle"/>
          </p:nvPr>
        </p:nvSpPr>
        <p:spPr>
          <a:xfrm>
            <a:off x="720000" y="3082200"/>
            <a:ext cx="3522300" cy="14859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1200"/>
              <a:buFont typeface="Open Sans"/>
              <a:buChar char="●"/>
              <a:defRPr>
                <a:latin typeface="Albert Sans Medium"/>
                <a:ea typeface="Albert Sans Medium"/>
                <a:cs typeface="Albert Sans Medium"/>
                <a:sym typeface="Albert Sans Medium"/>
              </a:defRPr>
            </a:lvl1pPr>
            <a:lvl2pPr lvl="1" algn="ctr">
              <a:spcBef>
                <a:spcPts val="0"/>
              </a:spcBef>
              <a:spcAft>
                <a:spcPts val="0"/>
              </a:spcAft>
              <a:buClr>
                <a:schemeClr val="dk1"/>
              </a:buClr>
              <a:buSzPts val="1200"/>
              <a:buFont typeface="Arial"/>
              <a:buChar char="○"/>
              <a:defRPr/>
            </a:lvl2pPr>
            <a:lvl3pPr lvl="2" algn="ctr">
              <a:spcBef>
                <a:spcPts val="0"/>
              </a:spcBef>
              <a:spcAft>
                <a:spcPts val="0"/>
              </a:spcAft>
              <a:buClr>
                <a:schemeClr val="dk1"/>
              </a:buClr>
              <a:buSzPts val="1200"/>
              <a:buFont typeface="Arial"/>
              <a:buChar char="■"/>
              <a:defRPr/>
            </a:lvl3pPr>
            <a:lvl4pPr lvl="3" algn="ctr">
              <a:spcBef>
                <a:spcPts val="0"/>
              </a:spcBef>
              <a:spcAft>
                <a:spcPts val="0"/>
              </a:spcAft>
              <a:buClr>
                <a:schemeClr val="dk1"/>
              </a:buClr>
              <a:buSzPts val="1200"/>
              <a:buFont typeface="Arial"/>
              <a:buChar char="●"/>
              <a:defRPr/>
            </a:lvl4pPr>
            <a:lvl5pPr lvl="4" algn="ctr">
              <a:spcBef>
                <a:spcPts val="0"/>
              </a:spcBef>
              <a:spcAft>
                <a:spcPts val="0"/>
              </a:spcAft>
              <a:buClr>
                <a:schemeClr val="dk1"/>
              </a:buClr>
              <a:buSzPts val="1200"/>
              <a:buFont typeface="Arial"/>
              <a:buChar char="○"/>
              <a:defRPr/>
            </a:lvl5pPr>
            <a:lvl6pPr lvl="5" algn="ctr">
              <a:spcBef>
                <a:spcPts val="0"/>
              </a:spcBef>
              <a:spcAft>
                <a:spcPts val="0"/>
              </a:spcAft>
              <a:buClr>
                <a:schemeClr val="dk1"/>
              </a:buClr>
              <a:buSzPts val="1200"/>
              <a:buFont typeface="Arial"/>
              <a:buChar char="■"/>
              <a:defRPr/>
            </a:lvl6pPr>
            <a:lvl7pPr lvl="6" algn="ctr">
              <a:spcBef>
                <a:spcPts val="0"/>
              </a:spcBef>
              <a:spcAft>
                <a:spcPts val="0"/>
              </a:spcAft>
              <a:buClr>
                <a:schemeClr val="dk1"/>
              </a:buClr>
              <a:buSzPts val="1200"/>
              <a:buFont typeface="Arial"/>
              <a:buChar char="●"/>
              <a:defRPr/>
            </a:lvl7pPr>
            <a:lvl8pPr lvl="7" algn="ctr">
              <a:spcBef>
                <a:spcPts val="0"/>
              </a:spcBef>
              <a:spcAft>
                <a:spcPts val="0"/>
              </a:spcAft>
              <a:buClr>
                <a:schemeClr val="dk1"/>
              </a:buClr>
              <a:buSzPts val="1200"/>
              <a:buFont typeface="Arial"/>
              <a:buChar char="○"/>
              <a:defRPr/>
            </a:lvl8pPr>
            <a:lvl9pPr lvl="8" algn="ctr">
              <a:spcBef>
                <a:spcPts val="0"/>
              </a:spcBef>
              <a:spcAft>
                <a:spcPts val="0"/>
              </a:spcAft>
              <a:buClr>
                <a:schemeClr val="dk1"/>
              </a:buClr>
              <a:buSzPts val="1200"/>
              <a:buFont typeface="Arial"/>
              <a:buChar char="■"/>
              <a:defRPr/>
            </a:lvl9pPr>
          </a:lstStyle>
          <a:p/>
        </p:txBody>
      </p:sp>
      <p:sp>
        <p:nvSpPr>
          <p:cNvPr id="177" name="Google Shape;177;p5"/>
          <p:cNvSpPr txBox="1"/>
          <p:nvPr>
            <p:ph idx="4" type="subTitle"/>
          </p:nvPr>
        </p:nvSpPr>
        <p:spPr>
          <a:xfrm>
            <a:off x="4901700" y="3082200"/>
            <a:ext cx="3522300" cy="1485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200"/>
              <a:buFont typeface="Open Sans"/>
              <a:buChar char="●"/>
              <a:defRPr>
                <a:latin typeface="Albert Sans Medium"/>
                <a:ea typeface="Albert Sans Medium"/>
                <a:cs typeface="Albert Sans Medium"/>
                <a:sym typeface="Albert Sans Medium"/>
              </a:defRPr>
            </a:lvl1pPr>
            <a:lvl2pPr lvl="1" rtl="0" algn="ctr">
              <a:spcBef>
                <a:spcPts val="0"/>
              </a:spcBef>
              <a:spcAft>
                <a:spcPts val="0"/>
              </a:spcAft>
              <a:buClr>
                <a:schemeClr val="dk1"/>
              </a:buClr>
              <a:buSzPts val="1200"/>
              <a:buFont typeface="Arial"/>
              <a:buChar char="○"/>
              <a:defRPr/>
            </a:lvl2pPr>
            <a:lvl3pPr lvl="2" rtl="0" algn="ctr">
              <a:spcBef>
                <a:spcPts val="0"/>
              </a:spcBef>
              <a:spcAft>
                <a:spcPts val="0"/>
              </a:spcAft>
              <a:buClr>
                <a:schemeClr val="dk1"/>
              </a:buClr>
              <a:buSzPts val="1200"/>
              <a:buFont typeface="Arial"/>
              <a:buChar char="■"/>
              <a:defRPr/>
            </a:lvl3pPr>
            <a:lvl4pPr lvl="3" rtl="0" algn="ctr">
              <a:spcBef>
                <a:spcPts val="0"/>
              </a:spcBef>
              <a:spcAft>
                <a:spcPts val="0"/>
              </a:spcAft>
              <a:buClr>
                <a:schemeClr val="dk1"/>
              </a:buClr>
              <a:buSzPts val="1200"/>
              <a:buFont typeface="Arial"/>
              <a:buChar char="●"/>
              <a:defRPr/>
            </a:lvl4pPr>
            <a:lvl5pPr lvl="4" rtl="0" algn="ctr">
              <a:spcBef>
                <a:spcPts val="0"/>
              </a:spcBef>
              <a:spcAft>
                <a:spcPts val="0"/>
              </a:spcAft>
              <a:buClr>
                <a:schemeClr val="dk1"/>
              </a:buClr>
              <a:buSzPts val="1200"/>
              <a:buFont typeface="Arial"/>
              <a:buChar char="○"/>
              <a:defRPr/>
            </a:lvl5pPr>
            <a:lvl6pPr lvl="5" rtl="0" algn="ctr">
              <a:spcBef>
                <a:spcPts val="0"/>
              </a:spcBef>
              <a:spcAft>
                <a:spcPts val="0"/>
              </a:spcAft>
              <a:buClr>
                <a:schemeClr val="dk1"/>
              </a:buClr>
              <a:buSzPts val="1200"/>
              <a:buFont typeface="Arial"/>
              <a:buChar char="■"/>
              <a:defRPr/>
            </a:lvl6pPr>
            <a:lvl7pPr lvl="6" rtl="0" algn="ctr">
              <a:spcBef>
                <a:spcPts val="0"/>
              </a:spcBef>
              <a:spcAft>
                <a:spcPts val="0"/>
              </a:spcAft>
              <a:buClr>
                <a:schemeClr val="dk1"/>
              </a:buClr>
              <a:buSzPts val="1200"/>
              <a:buFont typeface="Arial"/>
              <a:buChar char="●"/>
              <a:defRPr/>
            </a:lvl7pPr>
            <a:lvl8pPr lvl="7" rtl="0" algn="ctr">
              <a:spcBef>
                <a:spcPts val="0"/>
              </a:spcBef>
              <a:spcAft>
                <a:spcPts val="0"/>
              </a:spcAft>
              <a:buClr>
                <a:schemeClr val="dk1"/>
              </a:buClr>
              <a:buSzPts val="1200"/>
              <a:buFont typeface="Arial"/>
              <a:buChar char="○"/>
              <a:defRPr/>
            </a:lvl8pPr>
            <a:lvl9pPr lvl="8" rtl="0" algn="ctr">
              <a:spcBef>
                <a:spcPts val="0"/>
              </a:spcBef>
              <a:spcAft>
                <a:spcPts val="0"/>
              </a:spcAft>
              <a:buClr>
                <a:schemeClr val="dk1"/>
              </a:buClr>
              <a:buSzPts val="1200"/>
              <a:buFont typeface="Arial"/>
              <a:buChar char="■"/>
              <a:defRPr/>
            </a:lvl9pPr>
          </a:lstStyle>
          <a:p/>
        </p:txBody>
      </p:sp>
      <p:grpSp>
        <p:nvGrpSpPr>
          <p:cNvPr id="178" name="Google Shape;178;p5"/>
          <p:cNvGrpSpPr/>
          <p:nvPr/>
        </p:nvGrpSpPr>
        <p:grpSpPr>
          <a:xfrm>
            <a:off x="-372325" y="4568100"/>
            <a:ext cx="7124450" cy="668900"/>
            <a:chOff x="-372325" y="-64950"/>
            <a:chExt cx="7124450" cy="668900"/>
          </a:xfrm>
        </p:grpSpPr>
        <p:sp>
          <p:nvSpPr>
            <p:cNvPr id="179" name="Google Shape;179;p5"/>
            <p:cNvSpPr/>
            <p:nvPr/>
          </p:nvSpPr>
          <p:spPr>
            <a:xfrm>
              <a:off x="-3723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5"/>
            <p:cNvSpPr/>
            <p:nvPr/>
          </p:nvSpPr>
          <p:spPr>
            <a:xfrm>
              <a:off x="-197100" y="-64950"/>
              <a:ext cx="508300" cy="668900"/>
            </a:xfrm>
            <a:custGeom>
              <a:rect b="b" l="l" r="r" t="t"/>
              <a:pathLst>
                <a:path extrusionOk="0" h="26756" w="20332">
                  <a:moveTo>
                    <a:pt x="19277"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5"/>
            <p:cNvSpPr/>
            <p:nvPr/>
          </p:nvSpPr>
          <p:spPr>
            <a:xfrm>
              <a:off x="-223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5"/>
            <p:cNvSpPr/>
            <p:nvPr/>
          </p:nvSpPr>
          <p:spPr>
            <a:xfrm>
              <a:off x="15242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5"/>
            <p:cNvSpPr/>
            <p:nvPr/>
          </p:nvSpPr>
          <p:spPr>
            <a:xfrm>
              <a:off x="327675"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5"/>
            <p:cNvSpPr/>
            <p:nvPr/>
          </p:nvSpPr>
          <p:spPr>
            <a:xfrm>
              <a:off x="502425" y="-64950"/>
              <a:ext cx="508800" cy="668900"/>
            </a:xfrm>
            <a:custGeom>
              <a:rect b="b" l="l" r="r" t="t"/>
              <a:pathLst>
                <a:path extrusionOk="0" h="26756" w="20352">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5"/>
            <p:cNvSpPr/>
            <p:nvPr/>
          </p:nvSpPr>
          <p:spPr>
            <a:xfrm>
              <a:off x="677675"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5"/>
            <p:cNvSpPr/>
            <p:nvPr/>
          </p:nvSpPr>
          <p:spPr>
            <a:xfrm>
              <a:off x="852450" y="-64950"/>
              <a:ext cx="508300" cy="668900"/>
            </a:xfrm>
            <a:custGeom>
              <a:rect b="b" l="l" r="r" t="t"/>
              <a:pathLst>
                <a:path extrusionOk="0" h="26756" w="20332">
                  <a:moveTo>
                    <a:pt x="19295"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
            <p:cNvSpPr/>
            <p:nvPr/>
          </p:nvSpPr>
          <p:spPr>
            <a:xfrm>
              <a:off x="1027675" y="-64950"/>
              <a:ext cx="508300" cy="668900"/>
            </a:xfrm>
            <a:custGeom>
              <a:rect b="b" l="l" r="r" t="t"/>
              <a:pathLst>
                <a:path extrusionOk="0" h="26756" w="20332">
                  <a:moveTo>
                    <a:pt x="19277" y="0"/>
                  </a:moveTo>
                  <a:lnTo>
                    <a:pt x="1"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5"/>
            <p:cNvSpPr/>
            <p:nvPr/>
          </p:nvSpPr>
          <p:spPr>
            <a:xfrm>
              <a:off x="1202450" y="-64950"/>
              <a:ext cx="508300" cy="668900"/>
            </a:xfrm>
            <a:custGeom>
              <a:rect b="b" l="l" r="r" t="t"/>
              <a:pathLst>
                <a:path extrusionOk="0" h="26756" w="20332">
                  <a:moveTo>
                    <a:pt x="19295"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5"/>
            <p:cNvSpPr/>
            <p:nvPr/>
          </p:nvSpPr>
          <p:spPr>
            <a:xfrm>
              <a:off x="1377675" y="-64950"/>
              <a:ext cx="508325" cy="668900"/>
            </a:xfrm>
            <a:custGeom>
              <a:rect b="b" l="l" r="r" t="t"/>
              <a:pathLst>
                <a:path extrusionOk="0" h="26756" w="20333">
                  <a:moveTo>
                    <a:pt x="19277" y="0"/>
                  </a:moveTo>
                  <a:lnTo>
                    <a:pt x="1"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5"/>
            <p:cNvSpPr/>
            <p:nvPr/>
          </p:nvSpPr>
          <p:spPr>
            <a:xfrm>
              <a:off x="1552450"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
            <p:cNvSpPr/>
            <p:nvPr/>
          </p:nvSpPr>
          <p:spPr>
            <a:xfrm>
              <a:off x="1727225" y="-64950"/>
              <a:ext cx="508775" cy="668900"/>
            </a:xfrm>
            <a:custGeom>
              <a:rect b="b" l="l" r="r" t="t"/>
              <a:pathLst>
                <a:path extrusionOk="0" h="26756" w="20351">
                  <a:moveTo>
                    <a:pt x="19295" y="0"/>
                  </a:moveTo>
                  <a:lnTo>
                    <a:pt x="0" y="26756"/>
                  </a:lnTo>
                  <a:lnTo>
                    <a:pt x="1055" y="26756"/>
                  </a:lnTo>
                  <a:lnTo>
                    <a:pt x="2035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5"/>
            <p:cNvSpPr/>
            <p:nvPr/>
          </p:nvSpPr>
          <p:spPr>
            <a:xfrm>
              <a:off x="188597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5"/>
            <p:cNvSpPr/>
            <p:nvPr/>
          </p:nvSpPr>
          <p:spPr>
            <a:xfrm>
              <a:off x="206072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5"/>
            <p:cNvSpPr/>
            <p:nvPr/>
          </p:nvSpPr>
          <p:spPr>
            <a:xfrm>
              <a:off x="2235975"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
            <p:cNvSpPr/>
            <p:nvPr/>
          </p:nvSpPr>
          <p:spPr>
            <a:xfrm>
              <a:off x="2410725" y="-64950"/>
              <a:ext cx="508325" cy="668900"/>
            </a:xfrm>
            <a:custGeom>
              <a:rect b="b" l="l" r="r" t="t"/>
              <a:pathLst>
                <a:path extrusionOk="0" h="26756" w="20333">
                  <a:moveTo>
                    <a:pt x="19296"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5"/>
            <p:cNvSpPr/>
            <p:nvPr/>
          </p:nvSpPr>
          <p:spPr>
            <a:xfrm>
              <a:off x="2585975" y="-64950"/>
              <a:ext cx="508300" cy="668900"/>
            </a:xfrm>
            <a:custGeom>
              <a:rect b="b" l="l" r="r" t="t"/>
              <a:pathLst>
                <a:path extrusionOk="0" h="26756" w="20332">
                  <a:moveTo>
                    <a:pt x="19276"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5"/>
            <p:cNvSpPr/>
            <p:nvPr/>
          </p:nvSpPr>
          <p:spPr>
            <a:xfrm>
              <a:off x="27607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5"/>
            <p:cNvSpPr/>
            <p:nvPr/>
          </p:nvSpPr>
          <p:spPr>
            <a:xfrm>
              <a:off x="29355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5"/>
            <p:cNvSpPr/>
            <p:nvPr/>
          </p:nvSpPr>
          <p:spPr>
            <a:xfrm>
              <a:off x="31107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5"/>
            <p:cNvSpPr/>
            <p:nvPr/>
          </p:nvSpPr>
          <p:spPr>
            <a:xfrm>
              <a:off x="32855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5"/>
            <p:cNvSpPr/>
            <p:nvPr/>
          </p:nvSpPr>
          <p:spPr>
            <a:xfrm>
              <a:off x="3460750"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5"/>
            <p:cNvSpPr/>
            <p:nvPr/>
          </p:nvSpPr>
          <p:spPr>
            <a:xfrm>
              <a:off x="3635500" y="-64950"/>
              <a:ext cx="508800" cy="668900"/>
            </a:xfrm>
            <a:custGeom>
              <a:rect b="b" l="l" r="r" t="t"/>
              <a:pathLst>
                <a:path extrusionOk="0" h="26756" w="20352">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5"/>
            <p:cNvSpPr/>
            <p:nvPr/>
          </p:nvSpPr>
          <p:spPr>
            <a:xfrm>
              <a:off x="3810750"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5"/>
            <p:cNvSpPr/>
            <p:nvPr/>
          </p:nvSpPr>
          <p:spPr>
            <a:xfrm>
              <a:off x="3985525" y="-64950"/>
              <a:ext cx="508300" cy="668900"/>
            </a:xfrm>
            <a:custGeom>
              <a:rect b="b" l="l" r="r" t="t"/>
              <a:pathLst>
                <a:path extrusionOk="0" h="26756" w="20332">
                  <a:moveTo>
                    <a:pt x="19295"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5"/>
            <p:cNvSpPr/>
            <p:nvPr/>
          </p:nvSpPr>
          <p:spPr>
            <a:xfrm>
              <a:off x="4144275" y="-64950"/>
              <a:ext cx="508300" cy="668900"/>
            </a:xfrm>
            <a:custGeom>
              <a:rect b="b" l="l" r="r" t="t"/>
              <a:pathLst>
                <a:path extrusionOk="0" h="26756" w="20332">
                  <a:moveTo>
                    <a:pt x="19276" y="0"/>
                  </a:moveTo>
                  <a:lnTo>
                    <a:pt x="0" y="26756"/>
                  </a:lnTo>
                  <a:lnTo>
                    <a:pt x="1036"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5"/>
            <p:cNvSpPr/>
            <p:nvPr/>
          </p:nvSpPr>
          <p:spPr>
            <a:xfrm>
              <a:off x="4319025"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5"/>
            <p:cNvSpPr/>
            <p:nvPr/>
          </p:nvSpPr>
          <p:spPr>
            <a:xfrm>
              <a:off x="4493800" y="-64950"/>
              <a:ext cx="508775" cy="668900"/>
            </a:xfrm>
            <a:custGeom>
              <a:rect b="b" l="l" r="r" t="t"/>
              <a:pathLst>
                <a:path extrusionOk="0" h="26756" w="20351">
                  <a:moveTo>
                    <a:pt x="19295" y="0"/>
                  </a:moveTo>
                  <a:lnTo>
                    <a:pt x="0"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5"/>
            <p:cNvSpPr/>
            <p:nvPr/>
          </p:nvSpPr>
          <p:spPr>
            <a:xfrm>
              <a:off x="4669025"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5"/>
            <p:cNvSpPr/>
            <p:nvPr/>
          </p:nvSpPr>
          <p:spPr>
            <a:xfrm>
              <a:off x="48438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5"/>
            <p:cNvSpPr/>
            <p:nvPr/>
          </p:nvSpPr>
          <p:spPr>
            <a:xfrm>
              <a:off x="50190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5"/>
            <p:cNvSpPr/>
            <p:nvPr/>
          </p:nvSpPr>
          <p:spPr>
            <a:xfrm>
              <a:off x="5193800" y="-64950"/>
              <a:ext cx="508300" cy="668900"/>
            </a:xfrm>
            <a:custGeom>
              <a:rect b="b" l="l" r="r" t="t"/>
              <a:pathLst>
                <a:path extrusionOk="0" h="26756" w="20332">
                  <a:moveTo>
                    <a:pt x="19296"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5"/>
            <p:cNvSpPr/>
            <p:nvPr/>
          </p:nvSpPr>
          <p:spPr>
            <a:xfrm>
              <a:off x="5369050"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5"/>
            <p:cNvSpPr/>
            <p:nvPr/>
          </p:nvSpPr>
          <p:spPr>
            <a:xfrm>
              <a:off x="5543800"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5"/>
            <p:cNvSpPr/>
            <p:nvPr/>
          </p:nvSpPr>
          <p:spPr>
            <a:xfrm>
              <a:off x="5719050" y="-64950"/>
              <a:ext cx="508300" cy="668900"/>
            </a:xfrm>
            <a:custGeom>
              <a:rect b="b" l="l" r="r" t="t"/>
              <a:pathLst>
                <a:path extrusionOk="0" h="26756" w="20332">
                  <a:moveTo>
                    <a:pt x="19276"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5"/>
            <p:cNvSpPr/>
            <p:nvPr/>
          </p:nvSpPr>
          <p:spPr>
            <a:xfrm>
              <a:off x="58938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5"/>
            <p:cNvSpPr/>
            <p:nvPr/>
          </p:nvSpPr>
          <p:spPr>
            <a:xfrm>
              <a:off x="606857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5"/>
            <p:cNvSpPr/>
            <p:nvPr/>
          </p:nvSpPr>
          <p:spPr>
            <a:xfrm>
              <a:off x="62438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8" name="Google Shape;218;p5"/>
          <p:cNvSpPr/>
          <p:nvPr/>
        </p:nvSpPr>
        <p:spPr>
          <a:xfrm>
            <a:off x="8709350" y="0"/>
            <a:ext cx="322500" cy="2596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9" name="Google Shape;219;p5"/>
          <p:cNvGrpSpPr/>
          <p:nvPr/>
        </p:nvGrpSpPr>
        <p:grpSpPr>
          <a:xfrm>
            <a:off x="6879850" y="212475"/>
            <a:ext cx="2026200" cy="78000"/>
            <a:chOff x="6727425" y="4608275"/>
            <a:chExt cx="2026200" cy="78000"/>
          </a:xfrm>
        </p:grpSpPr>
        <p:sp>
          <p:nvSpPr>
            <p:cNvPr id="220" name="Google Shape;220;p5"/>
            <p:cNvSpPr/>
            <p:nvPr/>
          </p:nvSpPr>
          <p:spPr>
            <a:xfrm>
              <a:off x="67274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5"/>
            <p:cNvSpPr/>
            <p:nvPr/>
          </p:nvSpPr>
          <p:spPr>
            <a:xfrm>
              <a:off x="70521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5"/>
            <p:cNvSpPr/>
            <p:nvPr/>
          </p:nvSpPr>
          <p:spPr>
            <a:xfrm>
              <a:off x="73768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5"/>
            <p:cNvSpPr/>
            <p:nvPr/>
          </p:nvSpPr>
          <p:spPr>
            <a:xfrm>
              <a:off x="77015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5"/>
            <p:cNvSpPr/>
            <p:nvPr/>
          </p:nvSpPr>
          <p:spPr>
            <a:xfrm>
              <a:off x="80262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5"/>
            <p:cNvSpPr/>
            <p:nvPr/>
          </p:nvSpPr>
          <p:spPr>
            <a:xfrm>
              <a:off x="83509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p:nvPr/>
          </p:nvSpPr>
          <p:spPr>
            <a:xfrm>
              <a:off x="86756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7" name="Shape 227"/>
        <p:cNvGrpSpPr/>
        <p:nvPr/>
      </p:nvGrpSpPr>
      <p:grpSpPr>
        <a:xfrm>
          <a:off x="0" y="0"/>
          <a:ext cx="0" cy="0"/>
          <a:chOff x="0" y="0"/>
          <a:chExt cx="0" cy="0"/>
        </a:xfrm>
      </p:grpSpPr>
      <p:sp>
        <p:nvSpPr>
          <p:cNvPr id="228" name="Google Shape;228;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29" name="Google Shape;229;p6"/>
          <p:cNvGrpSpPr/>
          <p:nvPr/>
        </p:nvGrpSpPr>
        <p:grpSpPr>
          <a:xfrm>
            <a:off x="8572025" y="567850"/>
            <a:ext cx="668900" cy="4866150"/>
            <a:chOff x="9096500" y="567850"/>
            <a:chExt cx="668900" cy="4866150"/>
          </a:xfrm>
        </p:grpSpPr>
        <p:sp>
          <p:nvSpPr>
            <p:cNvPr id="230" name="Google Shape;230;p6"/>
            <p:cNvSpPr/>
            <p:nvPr/>
          </p:nvSpPr>
          <p:spPr>
            <a:xfrm rot="-5400000">
              <a:off x="9176800" y="484540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6"/>
            <p:cNvSpPr/>
            <p:nvPr/>
          </p:nvSpPr>
          <p:spPr>
            <a:xfrm rot="-5400000">
              <a:off x="9176563" y="4670413"/>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6"/>
            <p:cNvSpPr/>
            <p:nvPr/>
          </p:nvSpPr>
          <p:spPr>
            <a:xfrm rot="-5400000">
              <a:off x="9176800" y="449540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6"/>
            <p:cNvSpPr/>
            <p:nvPr/>
          </p:nvSpPr>
          <p:spPr>
            <a:xfrm rot="-5400000">
              <a:off x="9176788" y="4320638"/>
              <a:ext cx="508325" cy="668900"/>
            </a:xfrm>
            <a:custGeom>
              <a:rect b="b" l="l" r="r" t="t"/>
              <a:pathLst>
                <a:path extrusionOk="0" h="26756" w="20333">
                  <a:moveTo>
                    <a:pt x="19296"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6"/>
            <p:cNvSpPr/>
            <p:nvPr/>
          </p:nvSpPr>
          <p:spPr>
            <a:xfrm rot="-5400000">
              <a:off x="9176800" y="4145400"/>
              <a:ext cx="508300" cy="668900"/>
            </a:xfrm>
            <a:custGeom>
              <a:rect b="b" l="l" r="r" t="t"/>
              <a:pathLst>
                <a:path extrusionOk="0" h="26756" w="20332">
                  <a:moveTo>
                    <a:pt x="19276"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6"/>
            <p:cNvSpPr/>
            <p:nvPr/>
          </p:nvSpPr>
          <p:spPr>
            <a:xfrm rot="-5400000">
              <a:off x="9176800" y="3970625"/>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6"/>
            <p:cNvSpPr/>
            <p:nvPr/>
          </p:nvSpPr>
          <p:spPr>
            <a:xfrm rot="-5400000">
              <a:off x="9176563" y="3795638"/>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6"/>
            <p:cNvSpPr/>
            <p:nvPr/>
          </p:nvSpPr>
          <p:spPr>
            <a:xfrm rot="-5400000">
              <a:off x="9176800" y="3620625"/>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6"/>
            <p:cNvSpPr/>
            <p:nvPr/>
          </p:nvSpPr>
          <p:spPr>
            <a:xfrm rot="-5400000">
              <a:off x="9176563" y="3445638"/>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6"/>
            <p:cNvSpPr/>
            <p:nvPr/>
          </p:nvSpPr>
          <p:spPr>
            <a:xfrm rot="-5400000">
              <a:off x="9176800" y="3270625"/>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6"/>
            <p:cNvSpPr/>
            <p:nvPr/>
          </p:nvSpPr>
          <p:spPr>
            <a:xfrm rot="-5400000">
              <a:off x="9176550" y="3095625"/>
              <a:ext cx="508800" cy="668900"/>
            </a:xfrm>
            <a:custGeom>
              <a:rect b="b" l="l" r="r" t="t"/>
              <a:pathLst>
                <a:path extrusionOk="0" h="26756" w="20352">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6"/>
            <p:cNvSpPr/>
            <p:nvPr/>
          </p:nvSpPr>
          <p:spPr>
            <a:xfrm rot="-5400000">
              <a:off x="9176800" y="2920625"/>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6"/>
            <p:cNvSpPr/>
            <p:nvPr/>
          </p:nvSpPr>
          <p:spPr>
            <a:xfrm rot="-5400000">
              <a:off x="9176800" y="2745850"/>
              <a:ext cx="508300" cy="668900"/>
            </a:xfrm>
            <a:custGeom>
              <a:rect b="b" l="l" r="r" t="t"/>
              <a:pathLst>
                <a:path extrusionOk="0" h="26756" w="20332">
                  <a:moveTo>
                    <a:pt x="19295"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6"/>
            <p:cNvSpPr/>
            <p:nvPr/>
          </p:nvSpPr>
          <p:spPr>
            <a:xfrm rot="-5400000">
              <a:off x="9176800" y="2587100"/>
              <a:ext cx="508300" cy="668900"/>
            </a:xfrm>
            <a:custGeom>
              <a:rect b="b" l="l" r="r" t="t"/>
              <a:pathLst>
                <a:path extrusionOk="0" h="26756" w="20332">
                  <a:moveTo>
                    <a:pt x="19276" y="0"/>
                  </a:moveTo>
                  <a:lnTo>
                    <a:pt x="0" y="26756"/>
                  </a:lnTo>
                  <a:lnTo>
                    <a:pt x="1036"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6"/>
            <p:cNvSpPr/>
            <p:nvPr/>
          </p:nvSpPr>
          <p:spPr>
            <a:xfrm rot="-5400000">
              <a:off x="9176788" y="2412338"/>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6"/>
            <p:cNvSpPr/>
            <p:nvPr/>
          </p:nvSpPr>
          <p:spPr>
            <a:xfrm rot="-5400000">
              <a:off x="9176563" y="2237338"/>
              <a:ext cx="508775" cy="668900"/>
            </a:xfrm>
            <a:custGeom>
              <a:rect b="b" l="l" r="r" t="t"/>
              <a:pathLst>
                <a:path extrusionOk="0" h="26756" w="20351">
                  <a:moveTo>
                    <a:pt x="19295" y="0"/>
                  </a:moveTo>
                  <a:lnTo>
                    <a:pt x="0"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6"/>
            <p:cNvSpPr/>
            <p:nvPr/>
          </p:nvSpPr>
          <p:spPr>
            <a:xfrm rot="-5400000">
              <a:off x="9176788" y="2062338"/>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6"/>
            <p:cNvSpPr/>
            <p:nvPr/>
          </p:nvSpPr>
          <p:spPr>
            <a:xfrm rot="-5400000">
              <a:off x="9176563" y="1887338"/>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6"/>
            <p:cNvSpPr/>
            <p:nvPr/>
          </p:nvSpPr>
          <p:spPr>
            <a:xfrm rot="-5400000">
              <a:off x="9176800" y="1712325"/>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6"/>
            <p:cNvSpPr/>
            <p:nvPr/>
          </p:nvSpPr>
          <p:spPr>
            <a:xfrm rot="-5400000">
              <a:off x="9176800" y="1537575"/>
              <a:ext cx="508300" cy="668900"/>
            </a:xfrm>
            <a:custGeom>
              <a:rect b="b" l="l" r="r" t="t"/>
              <a:pathLst>
                <a:path extrusionOk="0" h="26756" w="20332">
                  <a:moveTo>
                    <a:pt x="19296"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6"/>
            <p:cNvSpPr/>
            <p:nvPr/>
          </p:nvSpPr>
          <p:spPr>
            <a:xfrm rot="-5400000">
              <a:off x="9176800" y="1362325"/>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6"/>
            <p:cNvSpPr/>
            <p:nvPr/>
          </p:nvSpPr>
          <p:spPr>
            <a:xfrm rot="-5400000">
              <a:off x="9176788" y="1187563"/>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6"/>
            <p:cNvSpPr/>
            <p:nvPr/>
          </p:nvSpPr>
          <p:spPr>
            <a:xfrm rot="-5400000">
              <a:off x="9176800" y="1012325"/>
              <a:ext cx="508300" cy="668900"/>
            </a:xfrm>
            <a:custGeom>
              <a:rect b="b" l="l" r="r" t="t"/>
              <a:pathLst>
                <a:path extrusionOk="0" h="26756" w="20332">
                  <a:moveTo>
                    <a:pt x="19276"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6"/>
            <p:cNvSpPr/>
            <p:nvPr/>
          </p:nvSpPr>
          <p:spPr>
            <a:xfrm rot="-5400000">
              <a:off x="9176800" y="8375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6"/>
            <p:cNvSpPr/>
            <p:nvPr/>
          </p:nvSpPr>
          <p:spPr>
            <a:xfrm rot="-5400000">
              <a:off x="9176563" y="662563"/>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6"/>
            <p:cNvSpPr/>
            <p:nvPr/>
          </p:nvSpPr>
          <p:spPr>
            <a:xfrm rot="-5400000">
              <a:off x="9176800" y="4875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6" name="Google Shape;256;p6"/>
          <p:cNvSpPr/>
          <p:nvPr/>
        </p:nvSpPr>
        <p:spPr>
          <a:xfrm>
            <a:off x="77925" y="3593700"/>
            <a:ext cx="322500" cy="1549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7" name="Google Shape;257;p6"/>
          <p:cNvGrpSpPr/>
          <p:nvPr/>
        </p:nvGrpSpPr>
        <p:grpSpPr>
          <a:xfrm>
            <a:off x="183350" y="4816100"/>
            <a:ext cx="2026200" cy="78000"/>
            <a:chOff x="6727425" y="4608275"/>
            <a:chExt cx="2026200" cy="78000"/>
          </a:xfrm>
        </p:grpSpPr>
        <p:sp>
          <p:nvSpPr>
            <p:cNvPr id="258" name="Google Shape;258;p6"/>
            <p:cNvSpPr/>
            <p:nvPr/>
          </p:nvSpPr>
          <p:spPr>
            <a:xfrm>
              <a:off x="67274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6"/>
            <p:cNvSpPr/>
            <p:nvPr/>
          </p:nvSpPr>
          <p:spPr>
            <a:xfrm>
              <a:off x="70521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6"/>
            <p:cNvSpPr/>
            <p:nvPr/>
          </p:nvSpPr>
          <p:spPr>
            <a:xfrm>
              <a:off x="73768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6"/>
            <p:cNvSpPr/>
            <p:nvPr/>
          </p:nvSpPr>
          <p:spPr>
            <a:xfrm>
              <a:off x="77015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6"/>
            <p:cNvSpPr/>
            <p:nvPr/>
          </p:nvSpPr>
          <p:spPr>
            <a:xfrm>
              <a:off x="80262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6"/>
            <p:cNvSpPr/>
            <p:nvPr/>
          </p:nvSpPr>
          <p:spPr>
            <a:xfrm>
              <a:off x="83509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6"/>
            <p:cNvSpPr/>
            <p:nvPr/>
          </p:nvSpPr>
          <p:spPr>
            <a:xfrm>
              <a:off x="86756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65" name="Shape 265"/>
        <p:cNvGrpSpPr/>
        <p:nvPr/>
      </p:nvGrpSpPr>
      <p:grpSpPr>
        <a:xfrm>
          <a:off x="0" y="0"/>
          <a:ext cx="0" cy="0"/>
          <a:chOff x="0" y="0"/>
          <a:chExt cx="0" cy="0"/>
        </a:xfrm>
      </p:grpSpPr>
      <p:sp>
        <p:nvSpPr>
          <p:cNvPr id="266" name="Google Shape;266;p7"/>
          <p:cNvSpPr txBox="1"/>
          <p:nvPr>
            <p:ph type="title"/>
          </p:nvPr>
        </p:nvSpPr>
        <p:spPr>
          <a:xfrm>
            <a:off x="2422450" y="1333850"/>
            <a:ext cx="4299600" cy="13227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None/>
              <a:defRPr sz="40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67" name="Google Shape;267;p7"/>
          <p:cNvSpPr txBox="1"/>
          <p:nvPr>
            <p:ph idx="1" type="subTitle"/>
          </p:nvPr>
        </p:nvSpPr>
        <p:spPr>
          <a:xfrm>
            <a:off x="2177100" y="2656475"/>
            <a:ext cx="4790400" cy="1153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atin typeface="Albert Sans Medium"/>
                <a:ea typeface="Albert Sans Medium"/>
                <a:cs typeface="Albert Sans Medium"/>
                <a:sym typeface="Albert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268" name="Google Shape;268;p7"/>
          <p:cNvSpPr/>
          <p:nvPr/>
        </p:nvSpPr>
        <p:spPr>
          <a:xfrm rot="-5400000">
            <a:off x="7666400" y="3318725"/>
            <a:ext cx="322500" cy="26571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7"/>
          <p:cNvSpPr/>
          <p:nvPr/>
        </p:nvSpPr>
        <p:spPr>
          <a:xfrm>
            <a:off x="8855075" y="2444513"/>
            <a:ext cx="290700" cy="2041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0" name="Google Shape;270;p7"/>
          <p:cNvGrpSpPr/>
          <p:nvPr/>
        </p:nvGrpSpPr>
        <p:grpSpPr>
          <a:xfrm>
            <a:off x="-372325" y="-64950"/>
            <a:ext cx="7124450" cy="668900"/>
            <a:chOff x="-372325" y="-64950"/>
            <a:chExt cx="7124450" cy="668900"/>
          </a:xfrm>
        </p:grpSpPr>
        <p:sp>
          <p:nvSpPr>
            <p:cNvPr id="271" name="Google Shape;271;p7"/>
            <p:cNvSpPr/>
            <p:nvPr/>
          </p:nvSpPr>
          <p:spPr>
            <a:xfrm>
              <a:off x="-3723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7"/>
            <p:cNvSpPr/>
            <p:nvPr/>
          </p:nvSpPr>
          <p:spPr>
            <a:xfrm>
              <a:off x="-197100" y="-64950"/>
              <a:ext cx="508300" cy="668900"/>
            </a:xfrm>
            <a:custGeom>
              <a:rect b="b" l="l" r="r" t="t"/>
              <a:pathLst>
                <a:path extrusionOk="0" h="26756" w="20332">
                  <a:moveTo>
                    <a:pt x="19277"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7"/>
            <p:cNvSpPr/>
            <p:nvPr/>
          </p:nvSpPr>
          <p:spPr>
            <a:xfrm>
              <a:off x="-223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7"/>
            <p:cNvSpPr/>
            <p:nvPr/>
          </p:nvSpPr>
          <p:spPr>
            <a:xfrm>
              <a:off x="15242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7"/>
            <p:cNvSpPr/>
            <p:nvPr/>
          </p:nvSpPr>
          <p:spPr>
            <a:xfrm>
              <a:off x="327675"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7"/>
            <p:cNvSpPr/>
            <p:nvPr/>
          </p:nvSpPr>
          <p:spPr>
            <a:xfrm>
              <a:off x="502425" y="-64950"/>
              <a:ext cx="508800" cy="668900"/>
            </a:xfrm>
            <a:custGeom>
              <a:rect b="b" l="l" r="r" t="t"/>
              <a:pathLst>
                <a:path extrusionOk="0" h="26756" w="20352">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7"/>
            <p:cNvSpPr/>
            <p:nvPr/>
          </p:nvSpPr>
          <p:spPr>
            <a:xfrm>
              <a:off x="677675"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7"/>
            <p:cNvSpPr/>
            <p:nvPr/>
          </p:nvSpPr>
          <p:spPr>
            <a:xfrm>
              <a:off x="852450" y="-64950"/>
              <a:ext cx="508300" cy="668900"/>
            </a:xfrm>
            <a:custGeom>
              <a:rect b="b" l="l" r="r" t="t"/>
              <a:pathLst>
                <a:path extrusionOk="0" h="26756" w="20332">
                  <a:moveTo>
                    <a:pt x="19295"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7"/>
            <p:cNvSpPr/>
            <p:nvPr/>
          </p:nvSpPr>
          <p:spPr>
            <a:xfrm>
              <a:off x="1027675" y="-64950"/>
              <a:ext cx="508300" cy="668900"/>
            </a:xfrm>
            <a:custGeom>
              <a:rect b="b" l="l" r="r" t="t"/>
              <a:pathLst>
                <a:path extrusionOk="0" h="26756" w="20332">
                  <a:moveTo>
                    <a:pt x="19277" y="0"/>
                  </a:moveTo>
                  <a:lnTo>
                    <a:pt x="1"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7"/>
            <p:cNvSpPr/>
            <p:nvPr/>
          </p:nvSpPr>
          <p:spPr>
            <a:xfrm>
              <a:off x="1202450" y="-64950"/>
              <a:ext cx="508300" cy="668900"/>
            </a:xfrm>
            <a:custGeom>
              <a:rect b="b" l="l" r="r" t="t"/>
              <a:pathLst>
                <a:path extrusionOk="0" h="26756" w="20332">
                  <a:moveTo>
                    <a:pt x="19295"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7"/>
            <p:cNvSpPr/>
            <p:nvPr/>
          </p:nvSpPr>
          <p:spPr>
            <a:xfrm>
              <a:off x="1377675" y="-64950"/>
              <a:ext cx="508325" cy="668900"/>
            </a:xfrm>
            <a:custGeom>
              <a:rect b="b" l="l" r="r" t="t"/>
              <a:pathLst>
                <a:path extrusionOk="0" h="26756" w="20333">
                  <a:moveTo>
                    <a:pt x="19277" y="0"/>
                  </a:moveTo>
                  <a:lnTo>
                    <a:pt x="1"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7"/>
            <p:cNvSpPr/>
            <p:nvPr/>
          </p:nvSpPr>
          <p:spPr>
            <a:xfrm>
              <a:off x="1552450"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7"/>
            <p:cNvSpPr/>
            <p:nvPr/>
          </p:nvSpPr>
          <p:spPr>
            <a:xfrm>
              <a:off x="1727225" y="-64950"/>
              <a:ext cx="508775" cy="668900"/>
            </a:xfrm>
            <a:custGeom>
              <a:rect b="b" l="l" r="r" t="t"/>
              <a:pathLst>
                <a:path extrusionOk="0" h="26756" w="20351">
                  <a:moveTo>
                    <a:pt x="19295" y="0"/>
                  </a:moveTo>
                  <a:lnTo>
                    <a:pt x="0" y="26756"/>
                  </a:lnTo>
                  <a:lnTo>
                    <a:pt x="1055" y="26756"/>
                  </a:lnTo>
                  <a:lnTo>
                    <a:pt x="2035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7"/>
            <p:cNvSpPr/>
            <p:nvPr/>
          </p:nvSpPr>
          <p:spPr>
            <a:xfrm>
              <a:off x="188597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7"/>
            <p:cNvSpPr/>
            <p:nvPr/>
          </p:nvSpPr>
          <p:spPr>
            <a:xfrm>
              <a:off x="206072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7"/>
            <p:cNvSpPr/>
            <p:nvPr/>
          </p:nvSpPr>
          <p:spPr>
            <a:xfrm>
              <a:off x="2235975"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7"/>
            <p:cNvSpPr/>
            <p:nvPr/>
          </p:nvSpPr>
          <p:spPr>
            <a:xfrm>
              <a:off x="2410725" y="-64950"/>
              <a:ext cx="508325" cy="668900"/>
            </a:xfrm>
            <a:custGeom>
              <a:rect b="b" l="l" r="r" t="t"/>
              <a:pathLst>
                <a:path extrusionOk="0" h="26756" w="20333">
                  <a:moveTo>
                    <a:pt x="19296"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7"/>
            <p:cNvSpPr/>
            <p:nvPr/>
          </p:nvSpPr>
          <p:spPr>
            <a:xfrm>
              <a:off x="2585975" y="-64950"/>
              <a:ext cx="508300" cy="668900"/>
            </a:xfrm>
            <a:custGeom>
              <a:rect b="b" l="l" r="r" t="t"/>
              <a:pathLst>
                <a:path extrusionOk="0" h="26756" w="20332">
                  <a:moveTo>
                    <a:pt x="19276"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7"/>
            <p:cNvSpPr/>
            <p:nvPr/>
          </p:nvSpPr>
          <p:spPr>
            <a:xfrm>
              <a:off x="27607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7"/>
            <p:cNvSpPr/>
            <p:nvPr/>
          </p:nvSpPr>
          <p:spPr>
            <a:xfrm>
              <a:off x="29355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7"/>
            <p:cNvSpPr/>
            <p:nvPr/>
          </p:nvSpPr>
          <p:spPr>
            <a:xfrm>
              <a:off x="31107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7"/>
            <p:cNvSpPr/>
            <p:nvPr/>
          </p:nvSpPr>
          <p:spPr>
            <a:xfrm>
              <a:off x="32855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7"/>
            <p:cNvSpPr/>
            <p:nvPr/>
          </p:nvSpPr>
          <p:spPr>
            <a:xfrm>
              <a:off x="3460750"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7"/>
            <p:cNvSpPr/>
            <p:nvPr/>
          </p:nvSpPr>
          <p:spPr>
            <a:xfrm>
              <a:off x="3635500" y="-64950"/>
              <a:ext cx="508800" cy="668900"/>
            </a:xfrm>
            <a:custGeom>
              <a:rect b="b" l="l" r="r" t="t"/>
              <a:pathLst>
                <a:path extrusionOk="0" h="26756" w="20352">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7"/>
            <p:cNvSpPr/>
            <p:nvPr/>
          </p:nvSpPr>
          <p:spPr>
            <a:xfrm>
              <a:off x="3810750"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7"/>
            <p:cNvSpPr/>
            <p:nvPr/>
          </p:nvSpPr>
          <p:spPr>
            <a:xfrm>
              <a:off x="3985525" y="-64950"/>
              <a:ext cx="508300" cy="668900"/>
            </a:xfrm>
            <a:custGeom>
              <a:rect b="b" l="l" r="r" t="t"/>
              <a:pathLst>
                <a:path extrusionOk="0" h="26756" w="20332">
                  <a:moveTo>
                    <a:pt x="19295"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7"/>
            <p:cNvSpPr/>
            <p:nvPr/>
          </p:nvSpPr>
          <p:spPr>
            <a:xfrm>
              <a:off x="4144275" y="-64950"/>
              <a:ext cx="508300" cy="668900"/>
            </a:xfrm>
            <a:custGeom>
              <a:rect b="b" l="l" r="r" t="t"/>
              <a:pathLst>
                <a:path extrusionOk="0" h="26756" w="20332">
                  <a:moveTo>
                    <a:pt x="19276" y="0"/>
                  </a:moveTo>
                  <a:lnTo>
                    <a:pt x="0" y="26756"/>
                  </a:lnTo>
                  <a:lnTo>
                    <a:pt x="1036"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7"/>
            <p:cNvSpPr/>
            <p:nvPr/>
          </p:nvSpPr>
          <p:spPr>
            <a:xfrm>
              <a:off x="4319025"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7"/>
            <p:cNvSpPr/>
            <p:nvPr/>
          </p:nvSpPr>
          <p:spPr>
            <a:xfrm>
              <a:off x="4493800" y="-64950"/>
              <a:ext cx="508775" cy="668900"/>
            </a:xfrm>
            <a:custGeom>
              <a:rect b="b" l="l" r="r" t="t"/>
              <a:pathLst>
                <a:path extrusionOk="0" h="26756" w="20351">
                  <a:moveTo>
                    <a:pt x="19295" y="0"/>
                  </a:moveTo>
                  <a:lnTo>
                    <a:pt x="0"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7"/>
            <p:cNvSpPr/>
            <p:nvPr/>
          </p:nvSpPr>
          <p:spPr>
            <a:xfrm>
              <a:off x="4669025"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7"/>
            <p:cNvSpPr/>
            <p:nvPr/>
          </p:nvSpPr>
          <p:spPr>
            <a:xfrm>
              <a:off x="48438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7"/>
            <p:cNvSpPr/>
            <p:nvPr/>
          </p:nvSpPr>
          <p:spPr>
            <a:xfrm>
              <a:off x="50190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7"/>
            <p:cNvSpPr/>
            <p:nvPr/>
          </p:nvSpPr>
          <p:spPr>
            <a:xfrm>
              <a:off x="5193800" y="-64950"/>
              <a:ext cx="508300" cy="668900"/>
            </a:xfrm>
            <a:custGeom>
              <a:rect b="b" l="l" r="r" t="t"/>
              <a:pathLst>
                <a:path extrusionOk="0" h="26756" w="20332">
                  <a:moveTo>
                    <a:pt x="19296"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7"/>
            <p:cNvSpPr/>
            <p:nvPr/>
          </p:nvSpPr>
          <p:spPr>
            <a:xfrm>
              <a:off x="5369050"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7"/>
            <p:cNvSpPr/>
            <p:nvPr/>
          </p:nvSpPr>
          <p:spPr>
            <a:xfrm>
              <a:off x="5543800"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7"/>
            <p:cNvSpPr/>
            <p:nvPr/>
          </p:nvSpPr>
          <p:spPr>
            <a:xfrm>
              <a:off x="5719050" y="-64950"/>
              <a:ext cx="508300" cy="668900"/>
            </a:xfrm>
            <a:custGeom>
              <a:rect b="b" l="l" r="r" t="t"/>
              <a:pathLst>
                <a:path extrusionOk="0" h="26756" w="20332">
                  <a:moveTo>
                    <a:pt x="19276"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7"/>
            <p:cNvSpPr/>
            <p:nvPr/>
          </p:nvSpPr>
          <p:spPr>
            <a:xfrm>
              <a:off x="58938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7"/>
            <p:cNvSpPr/>
            <p:nvPr/>
          </p:nvSpPr>
          <p:spPr>
            <a:xfrm>
              <a:off x="606857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7"/>
            <p:cNvSpPr/>
            <p:nvPr/>
          </p:nvSpPr>
          <p:spPr>
            <a:xfrm>
              <a:off x="62438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0" name="Google Shape;310;p7"/>
          <p:cNvSpPr/>
          <p:nvPr/>
        </p:nvSpPr>
        <p:spPr>
          <a:xfrm flipH="1" rot="10800000">
            <a:off x="-675" y="0"/>
            <a:ext cx="1857300" cy="18081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7"/>
          <p:cNvSpPr/>
          <p:nvPr/>
        </p:nvSpPr>
        <p:spPr>
          <a:xfrm>
            <a:off x="542475" y="994880"/>
            <a:ext cx="290700" cy="2924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7"/>
          <p:cNvSpPr/>
          <p:nvPr/>
        </p:nvSpPr>
        <p:spPr>
          <a:xfrm flipH="1" rot="10800000">
            <a:off x="-675" y="100"/>
            <a:ext cx="1377000" cy="13404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3" name="Google Shape;313;p7"/>
          <p:cNvGrpSpPr/>
          <p:nvPr/>
        </p:nvGrpSpPr>
        <p:grpSpPr>
          <a:xfrm rot="5400000">
            <a:off x="-325275" y="3683225"/>
            <a:ext cx="2026200" cy="78000"/>
            <a:chOff x="6727425" y="4608275"/>
            <a:chExt cx="2026200" cy="78000"/>
          </a:xfrm>
        </p:grpSpPr>
        <p:sp>
          <p:nvSpPr>
            <p:cNvPr id="314" name="Google Shape;314;p7"/>
            <p:cNvSpPr/>
            <p:nvPr/>
          </p:nvSpPr>
          <p:spPr>
            <a:xfrm>
              <a:off x="67274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7"/>
            <p:cNvSpPr/>
            <p:nvPr/>
          </p:nvSpPr>
          <p:spPr>
            <a:xfrm>
              <a:off x="70521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7"/>
            <p:cNvSpPr/>
            <p:nvPr/>
          </p:nvSpPr>
          <p:spPr>
            <a:xfrm>
              <a:off x="73768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7"/>
            <p:cNvSpPr/>
            <p:nvPr/>
          </p:nvSpPr>
          <p:spPr>
            <a:xfrm>
              <a:off x="77015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7"/>
            <p:cNvSpPr/>
            <p:nvPr/>
          </p:nvSpPr>
          <p:spPr>
            <a:xfrm>
              <a:off x="80262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7"/>
            <p:cNvSpPr/>
            <p:nvPr/>
          </p:nvSpPr>
          <p:spPr>
            <a:xfrm>
              <a:off x="83509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7"/>
            <p:cNvSpPr/>
            <p:nvPr/>
          </p:nvSpPr>
          <p:spPr>
            <a:xfrm>
              <a:off x="86756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1" name="Google Shape;321;p7"/>
          <p:cNvSpPr/>
          <p:nvPr/>
        </p:nvSpPr>
        <p:spPr>
          <a:xfrm flipH="1" rot="10800000">
            <a:off x="509525" y="481350"/>
            <a:ext cx="368700" cy="368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2" name="Shape 322"/>
        <p:cNvGrpSpPr/>
        <p:nvPr/>
      </p:nvGrpSpPr>
      <p:grpSpPr>
        <a:xfrm>
          <a:off x="0" y="0"/>
          <a:ext cx="0" cy="0"/>
          <a:chOff x="0" y="0"/>
          <a:chExt cx="0" cy="0"/>
        </a:xfrm>
      </p:grpSpPr>
      <p:sp>
        <p:nvSpPr>
          <p:cNvPr id="323" name="Google Shape;323;p8"/>
          <p:cNvSpPr txBox="1"/>
          <p:nvPr>
            <p:ph type="title"/>
          </p:nvPr>
        </p:nvSpPr>
        <p:spPr>
          <a:xfrm>
            <a:off x="2113625" y="1381425"/>
            <a:ext cx="4916700" cy="23808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324" name="Google Shape;324;p8"/>
          <p:cNvGrpSpPr/>
          <p:nvPr/>
        </p:nvGrpSpPr>
        <p:grpSpPr>
          <a:xfrm>
            <a:off x="2009050" y="-64950"/>
            <a:ext cx="7124450" cy="668900"/>
            <a:chOff x="-372325" y="-64950"/>
            <a:chExt cx="7124450" cy="668900"/>
          </a:xfrm>
        </p:grpSpPr>
        <p:sp>
          <p:nvSpPr>
            <p:cNvPr id="325" name="Google Shape;325;p8"/>
            <p:cNvSpPr/>
            <p:nvPr/>
          </p:nvSpPr>
          <p:spPr>
            <a:xfrm>
              <a:off x="-3723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8"/>
            <p:cNvSpPr/>
            <p:nvPr/>
          </p:nvSpPr>
          <p:spPr>
            <a:xfrm>
              <a:off x="-197100" y="-64950"/>
              <a:ext cx="508300" cy="668900"/>
            </a:xfrm>
            <a:custGeom>
              <a:rect b="b" l="l" r="r" t="t"/>
              <a:pathLst>
                <a:path extrusionOk="0" h="26756" w="20332">
                  <a:moveTo>
                    <a:pt x="19277"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8"/>
            <p:cNvSpPr/>
            <p:nvPr/>
          </p:nvSpPr>
          <p:spPr>
            <a:xfrm>
              <a:off x="-223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8"/>
            <p:cNvSpPr/>
            <p:nvPr/>
          </p:nvSpPr>
          <p:spPr>
            <a:xfrm>
              <a:off x="15242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8"/>
            <p:cNvSpPr/>
            <p:nvPr/>
          </p:nvSpPr>
          <p:spPr>
            <a:xfrm>
              <a:off x="327675"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8"/>
            <p:cNvSpPr/>
            <p:nvPr/>
          </p:nvSpPr>
          <p:spPr>
            <a:xfrm>
              <a:off x="502425" y="-64950"/>
              <a:ext cx="508800" cy="668900"/>
            </a:xfrm>
            <a:custGeom>
              <a:rect b="b" l="l" r="r" t="t"/>
              <a:pathLst>
                <a:path extrusionOk="0" h="26756" w="20352">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8"/>
            <p:cNvSpPr/>
            <p:nvPr/>
          </p:nvSpPr>
          <p:spPr>
            <a:xfrm>
              <a:off x="677675"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8"/>
            <p:cNvSpPr/>
            <p:nvPr/>
          </p:nvSpPr>
          <p:spPr>
            <a:xfrm>
              <a:off x="852450" y="-64950"/>
              <a:ext cx="508300" cy="668900"/>
            </a:xfrm>
            <a:custGeom>
              <a:rect b="b" l="l" r="r" t="t"/>
              <a:pathLst>
                <a:path extrusionOk="0" h="26756" w="20332">
                  <a:moveTo>
                    <a:pt x="19295"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8"/>
            <p:cNvSpPr/>
            <p:nvPr/>
          </p:nvSpPr>
          <p:spPr>
            <a:xfrm>
              <a:off x="1027675" y="-64950"/>
              <a:ext cx="508300" cy="668900"/>
            </a:xfrm>
            <a:custGeom>
              <a:rect b="b" l="l" r="r" t="t"/>
              <a:pathLst>
                <a:path extrusionOk="0" h="26756" w="20332">
                  <a:moveTo>
                    <a:pt x="19277" y="0"/>
                  </a:moveTo>
                  <a:lnTo>
                    <a:pt x="1"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8"/>
            <p:cNvSpPr/>
            <p:nvPr/>
          </p:nvSpPr>
          <p:spPr>
            <a:xfrm>
              <a:off x="1202450" y="-64950"/>
              <a:ext cx="508300" cy="668900"/>
            </a:xfrm>
            <a:custGeom>
              <a:rect b="b" l="l" r="r" t="t"/>
              <a:pathLst>
                <a:path extrusionOk="0" h="26756" w="20332">
                  <a:moveTo>
                    <a:pt x="19295"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8"/>
            <p:cNvSpPr/>
            <p:nvPr/>
          </p:nvSpPr>
          <p:spPr>
            <a:xfrm>
              <a:off x="1377675" y="-64950"/>
              <a:ext cx="508325" cy="668900"/>
            </a:xfrm>
            <a:custGeom>
              <a:rect b="b" l="l" r="r" t="t"/>
              <a:pathLst>
                <a:path extrusionOk="0" h="26756" w="20333">
                  <a:moveTo>
                    <a:pt x="19277" y="0"/>
                  </a:moveTo>
                  <a:lnTo>
                    <a:pt x="1"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8"/>
            <p:cNvSpPr/>
            <p:nvPr/>
          </p:nvSpPr>
          <p:spPr>
            <a:xfrm>
              <a:off x="1552450"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8"/>
            <p:cNvSpPr/>
            <p:nvPr/>
          </p:nvSpPr>
          <p:spPr>
            <a:xfrm>
              <a:off x="1727225" y="-64950"/>
              <a:ext cx="508775" cy="668900"/>
            </a:xfrm>
            <a:custGeom>
              <a:rect b="b" l="l" r="r" t="t"/>
              <a:pathLst>
                <a:path extrusionOk="0" h="26756" w="20351">
                  <a:moveTo>
                    <a:pt x="19295" y="0"/>
                  </a:moveTo>
                  <a:lnTo>
                    <a:pt x="0" y="26756"/>
                  </a:lnTo>
                  <a:lnTo>
                    <a:pt x="1055" y="26756"/>
                  </a:lnTo>
                  <a:lnTo>
                    <a:pt x="2035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8"/>
            <p:cNvSpPr/>
            <p:nvPr/>
          </p:nvSpPr>
          <p:spPr>
            <a:xfrm>
              <a:off x="188597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8"/>
            <p:cNvSpPr/>
            <p:nvPr/>
          </p:nvSpPr>
          <p:spPr>
            <a:xfrm>
              <a:off x="206072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8"/>
            <p:cNvSpPr/>
            <p:nvPr/>
          </p:nvSpPr>
          <p:spPr>
            <a:xfrm>
              <a:off x="2235975"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8"/>
            <p:cNvSpPr/>
            <p:nvPr/>
          </p:nvSpPr>
          <p:spPr>
            <a:xfrm>
              <a:off x="2410725" y="-64950"/>
              <a:ext cx="508325" cy="668900"/>
            </a:xfrm>
            <a:custGeom>
              <a:rect b="b" l="l" r="r" t="t"/>
              <a:pathLst>
                <a:path extrusionOk="0" h="26756" w="20333">
                  <a:moveTo>
                    <a:pt x="19296"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8"/>
            <p:cNvSpPr/>
            <p:nvPr/>
          </p:nvSpPr>
          <p:spPr>
            <a:xfrm>
              <a:off x="2585975" y="-64950"/>
              <a:ext cx="508300" cy="668900"/>
            </a:xfrm>
            <a:custGeom>
              <a:rect b="b" l="l" r="r" t="t"/>
              <a:pathLst>
                <a:path extrusionOk="0" h="26756" w="20332">
                  <a:moveTo>
                    <a:pt x="19276"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8"/>
            <p:cNvSpPr/>
            <p:nvPr/>
          </p:nvSpPr>
          <p:spPr>
            <a:xfrm>
              <a:off x="27607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8"/>
            <p:cNvSpPr/>
            <p:nvPr/>
          </p:nvSpPr>
          <p:spPr>
            <a:xfrm>
              <a:off x="29355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8"/>
            <p:cNvSpPr/>
            <p:nvPr/>
          </p:nvSpPr>
          <p:spPr>
            <a:xfrm>
              <a:off x="31107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8"/>
            <p:cNvSpPr/>
            <p:nvPr/>
          </p:nvSpPr>
          <p:spPr>
            <a:xfrm>
              <a:off x="32855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8"/>
            <p:cNvSpPr/>
            <p:nvPr/>
          </p:nvSpPr>
          <p:spPr>
            <a:xfrm>
              <a:off x="3460750"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8"/>
            <p:cNvSpPr/>
            <p:nvPr/>
          </p:nvSpPr>
          <p:spPr>
            <a:xfrm>
              <a:off x="3635500" y="-64950"/>
              <a:ext cx="508800" cy="668900"/>
            </a:xfrm>
            <a:custGeom>
              <a:rect b="b" l="l" r="r" t="t"/>
              <a:pathLst>
                <a:path extrusionOk="0" h="26756" w="20352">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8"/>
            <p:cNvSpPr/>
            <p:nvPr/>
          </p:nvSpPr>
          <p:spPr>
            <a:xfrm>
              <a:off x="3810750"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8"/>
            <p:cNvSpPr/>
            <p:nvPr/>
          </p:nvSpPr>
          <p:spPr>
            <a:xfrm>
              <a:off x="3985525" y="-64950"/>
              <a:ext cx="508300" cy="668900"/>
            </a:xfrm>
            <a:custGeom>
              <a:rect b="b" l="l" r="r" t="t"/>
              <a:pathLst>
                <a:path extrusionOk="0" h="26756" w="20332">
                  <a:moveTo>
                    <a:pt x="19295"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8"/>
            <p:cNvSpPr/>
            <p:nvPr/>
          </p:nvSpPr>
          <p:spPr>
            <a:xfrm>
              <a:off x="4144275" y="-64950"/>
              <a:ext cx="508300" cy="668900"/>
            </a:xfrm>
            <a:custGeom>
              <a:rect b="b" l="l" r="r" t="t"/>
              <a:pathLst>
                <a:path extrusionOk="0" h="26756" w="20332">
                  <a:moveTo>
                    <a:pt x="19276" y="0"/>
                  </a:moveTo>
                  <a:lnTo>
                    <a:pt x="0" y="26756"/>
                  </a:lnTo>
                  <a:lnTo>
                    <a:pt x="1036"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8"/>
            <p:cNvSpPr/>
            <p:nvPr/>
          </p:nvSpPr>
          <p:spPr>
            <a:xfrm>
              <a:off x="4319025"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8"/>
            <p:cNvSpPr/>
            <p:nvPr/>
          </p:nvSpPr>
          <p:spPr>
            <a:xfrm>
              <a:off x="4493800" y="-64950"/>
              <a:ext cx="508775" cy="668900"/>
            </a:xfrm>
            <a:custGeom>
              <a:rect b="b" l="l" r="r" t="t"/>
              <a:pathLst>
                <a:path extrusionOk="0" h="26756" w="20351">
                  <a:moveTo>
                    <a:pt x="19295" y="0"/>
                  </a:moveTo>
                  <a:lnTo>
                    <a:pt x="0"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8"/>
            <p:cNvSpPr/>
            <p:nvPr/>
          </p:nvSpPr>
          <p:spPr>
            <a:xfrm>
              <a:off x="4669025"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8"/>
            <p:cNvSpPr/>
            <p:nvPr/>
          </p:nvSpPr>
          <p:spPr>
            <a:xfrm>
              <a:off x="48438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8"/>
            <p:cNvSpPr/>
            <p:nvPr/>
          </p:nvSpPr>
          <p:spPr>
            <a:xfrm>
              <a:off x="50190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8"/>
            <p:cNvSpPr/>
            <p:nvPr/>
          </p:nvSpPr>
          <p:spPr>
            <a:xfrm>
              <a:off x="5193800" y="-64950"/>
              <a:ext cx="508300" cy="668900"/>
            </a:xfrm>
            <a:custGeom>
              <a:rect b="b" l="l" r="r" t="t"/>
              <a:pathLst>
                <a:path extrusionOk="0" h="26756" w="20332">
                  <a:moveTo>
                    <a:pt x="19296"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8"/>
            <p:cNvSpPr/>
            <p:nvPr/>
          </p:nvSpPr>
          <p:spPr>
            <a:xfrm>
              <a:off x="5369050"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8"/>
            <p:cNvSpPr/>
            <p:nvPr/>
          </p:nvSpPr>
          <p:spPr>
            <a:xfrm>
              <a:off x="5543800"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8"/>
            <p:cNvSpPr/>
            <p:nvPr/>
          </p:nvSpPr>
          <p:spPr>
            <a:xfrm>
              <a:off x="5719050" y="-64950"/>
              <a:ext cx="508300" cy="668900"/>
            </a:xfrm>
            <a:custGeom>
              <a:rect b="b" l="l" r="r" t="t"/>
              <a:pathLst>
                <a:path extrusionOk="0" h="26756" w="20332">
                  <a:moveTo>
                    <a:pt x="19276"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8"/>
            <p:cNvSpPr/>
            <p:nvPr/>
          </p:nvSpPr>
          <p:spPr>
            <a:xfrm>
              <a:off x="58938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8"/>
            <p:cNvSpPr/>
            <p:nvPr/>
          </p:nvSpPr>
          <p:spPr>
            <a:xfrm>
              <a:off x="606857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8"/>
            <p:cNvSpPr/>
            <p:nvPr/>
          </p:nvSpPr>
          <p:spPr>
            <a:xfrm>
              <a:off x="62438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4" name="Google Shape;364;p8"/>
          <p:cNvSpPr/>
          <p:nvPr/>
        </p:nvSpPr>
        <p:spPr>
          <a:xfrm>
            <a:off x="567875" y="-12"/>
            <a:ext cx="290700" cy="2041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8"/>
          <p:cNvSpPr/>
          <p:nvPr/>
        </p:nvSpPr>
        <p:spPr>
          <a:xfrm rot="-5400000">
            <a:off x="8327700" y="3110200"/>
            <a:ext cx="322500" cy="1289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8"/>
          <p:cNvSpPr/>
          <p:nvPr/>
        </p:nvSpPr>
        <p:spPr>
          <a:xfrm>
            <a:off x="-675" y="3335400"/>
            <a:ext cx="1857300" cy="180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8"/>
          <p:cNvSpPr/>
          <p:nvPr/>
        </p:nvSpPr>
        <p:spPr>
          <a:xfrm>
            <a:off x="-675" y="3803000"/>
            <a:ext cx="1377000" cy="13404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8" name="Google Shape;368;p8"/>
          <p:cNvGrpSpPr/>
          <p:nvPr/>
        </p:nvGrpSpPr>
        <p:grpSpPr>
          <a:xfrm>
            <a:off x="5346325" y="4608275"/>
            <a:ext cx="2026200" cy="78000"/>
            <a:chOff x="6727425" y="4608275"/>
            <a:chExt cx="2026200" cy="78000"/>
          </a:xfrm>
        </p:grpSpPr>
        <p:sp>
          <p:nvSpPr>
            <p:cNvPr id="369" name="Google Shape;369;p8"/>
            <p:cNvSpPr/>
            <p:nvPr/>
          </p:nvSpPr>
          <p:spPr>
            <a:xfrm>
              <a:off x="67274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8"/>
            <p:cNvSpPr/>
            <p:nvPr/>
          </p:nvSpPr>
          <p:spPr>
            <a:xfrm>
              <a:off x="70521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8"/>
            <p:cNvSpPr/>
            <p:nvPr/>
          </p:nvSpPr>
          <p:spPr>
            <a:xfrm>
              <a:off x="73768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8"/>
            <p:cNvSpPr/>
            <p:nvPr/>
          </p:nvSpPr>
          <p:spPr>
            <a:xfrm>
              <a:off x="77015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8"/>
            <p:cNvSpPr/>
            <p:nvPr/>
          </p:nvSpPr>
          <p:spPr>
            <a:xfrm>
              <a:off x="80262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8"/>
            <p:cNvSpPr/>
            <p:nvPr/>
          </p:nvSpPr>
          <p:spPr>
            <a:xfrm>
              <a:off x="83509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8"/>
            <p:cNvSpPr/>
            <p:nvPr/>
          </p:nvSpPr>
          <p:spPr>
            <a:xfrm>
              <a:off x="86756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6" name="Shape 376"/>
        <p:cNvGrpSpPr/>
        <p:nvPr/>
      </p:nvGrpSpPr>
      <p:grpSpPr>
        <a:xfrm>
          <a:off x="0" y="0"/>
          <a:ext cx="0" cy="0"/>
          <a:chOff x="0" y="0"/>
          <a:chExt cx="0" cy="0"/>
        </a:xfrm>
      </p:grpSpPr>
      <p:sp>
        <p:nvSpPr>
          <p:cNvPr id="377" name="Google Shape;377;p9"/>
          <p:cNvSpPr txBox="1"/>
          <p:nvPr>
            <p:ph idx="1" type="body"/>
          </p:nvPr>
        </p:nvSpPr>
        <p:spPr>
          <a:xfrm>
            <a:off x="720000" y="1570575"/>
            <a:ext cx="4047000" cy="21861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Font typeface="Albert Sans"/>
              <a:buChar char="-"/>
              <a:defRPr>
                <a:latin typeface="Albert Sans Medium"/>
                <a:ea typeface="Albert Sans Medium"/>
                <a:cs typeface="Albert Sans Medium"/>
                <a:sym typeface="Albert Sans Medium"/>
              </a:defRPr>
            </a:lvl1pPr>
            <a:lvl2pPr indent="-279400" lvl="1" marL="914400">
              <a:spcBef>
                <a:spcPts val="0"/>
              </a:spcBef>
              <a:spcAft>
                <a:spcPts val="0"/>
              </a:spcAft>
              <a:buSzPts val="800"/>
              <a:buFont typeface="Albert Sans"/>
              <a:buChar char="○"/>
              <a:defRPr>
                <a:latin typeface="Albert Sans Medium"/>
                <a:ea typeface="Albert Sans Medium"/>
                <a:cs typeface="Albert Sans Medium"/>
                <a:sym typeface="Albert Sans Medium"/>
              </a:defRPr>
            </a:lvl2pPr>
            <a:lvl3pPr indent="-279400" lvl="2" marL="1371600">
              <a:spcBef>
                <a:spcPts val="0"/>
              </a:spcBef>
              <a:spcAft>
                <a:spcPts val="0"/>
              </a:spcAft>
              <a:buSzPts val="800"/>
              <a:buFont typeface="Albert Sans"/>
              <a:buChar char="■"/>
              <a:defRPr>
                <a:latin typeface="Albert Sans Medium"/>
                <a:ea typeface="Albert Sans Medium"/>
                <a:cs typeface="Albert Sans Medium"/>
                <a:sym typeface="Albert Sans Medium"/>
              </a:defRPr>
            </a:lvl3pPr>
            <a:lvl4pPr indent="-279400" lvl="3" marL="1828800">
              <a:spcBef>
                <a:spcPts val="0"/>
              </a:spcBef>
              <a:spcAft>
                <a:spcPts val="0"/>
              </a:spcAft>
              <a:buSzPts val="800"/>
              <a:buFont typeface="Albert Sans"/>
              <a:buChar char="●"/>
              <a:defRPr>
                <a:latin typeface="Albert Sans Medium"/>
                <a:ea typeface="Albert Sans Medium"/>
                <a:cs typeface="Albert Sans Medium"/>
                <a:sym typeface="Albert Sans Medium"/>
              </a:defRPr>
            </a:lvl4pPr>
            <a:lvl5pPr indent="-304800" lvl="4" marL="2286000">
              <a:spcBef>
                <a:spcPts val="0"/>
              </a:spcBef>
              <a:spcAft>
                <a:spcPts val="0"/>
              </a:spcAft>
              <a:buSzPts val="1200"/>
              <a:buFont typeface="Albert Sans"/>
              <a:buChar char="○"/>
              <a:defRPr>
                <a:latin typeface="Albert Sans Medium"/>
                <a:ea typeface="Albert Sans Medium"/>
                <a:cs typeface="Albert Sans Medium"/>
                <a:sym typeface="Albert Sans Medium"/>
              </a:defRPr>
            </a:lvl5pPr>
            <a:lvl6pPr indent="-304800" lvl="5" marL="2743200">
              <a:spcBef>
                <a:spcPts val="0"/>
              </a:spcBef>
              <a:spcAft>
                <a:spcPts val="0"/>
              </a:spcAft>
              <a:buSzPts val="1200"/>
              <a:buFont typeface="Albert Sans"/>
              <a:buChar char="■"/>
              <a:defRPr>
                <a:latin typeface="Albert Sans Medium"/>
                <a:ea typeface="Albert Sans Medium"/>
                <a:cs typeface="Albert Sans Medium"/>
                <a:sym typeface="Albert Sans Medium"/>
              </a:defRPr>
            </a:lvl6pPr>
            <a:lvl7pPr indent="-273050" lvl="6" marL="3200400">
              <a:spcBef>
                <a:spcPts val="0"/>
              </a:spcBef>
              <a:spcAft>
                <a:spcPts val="0"/>
              </a:spcAft>
              <a:buSzPts val="700"/>
              <a:buFont typeface="Albert Sans"/>
              <a:buChar char="●"/>
              <a:defRPr>
                <a:latin typeface="Albert Sans Medium"/>
                <a:ea typeface="Albert Sans Medium"/>
                <a:cs typeface="Albert Sans Medium"/>
                <a:sym typeface="Albert Sans Medium"/>
              </a:defRPr>
            </a:lvl7pPr>
            <a:lvl8pPr indent="-273050" lvl="7" marL="3657600">
              <a:spcBef>
                <a:spcPts val="0"/>
              </a:spcBef>
              <a:spcAft>
                <a:spcPts val="0"/>
              </a:spcAft>
              <a:buSzPts val="700"/>
              <a:buFont typeface="Albert Sans"/>
              <a:buChar char="○"/>
              <a:defRPr>
                <a:latin typeface="Albert Sans Medium"/>
                <a:ea typeface="Albert Sans Medium"/>
                <a:cs typeface="Albert Sans Medium"/>
                <a:sym typeface="Albert Sans Medium"/>
              </a:defRPr>
            </a:lvl8pPr>
            <a:lvl9pPr indent="-266700" lvl="8" marL="4114800">
              <a:spcBef>
                <a:spcPts val="0"/>
              </a:spcBef>
              <a:spcAft>
                <a:spcPts val="0"/>
              </a:spcAft>
              <a:buSzPts val="600"/>
              <a:buFont typeface="Albert Sans"/>
              <a:buChar char="■"/>
              <a:defRPr>
                <a:latin typeface="Albert Sans Medium"/>
                <a:ea typeface="Albert Sans Medium"/>
                <a:cs typeface="Albert Sans Medium"/>
                <a:sym typeface="Albert Sans Medium"/>
              </a:defRPr>
            </a:lvl9pPr>
          </a:lstStyle>
          <a:p/>
        </p:txBody>
      </p:sp>
      <p:sp>
        <p:nvSpPr>
          <p:cNvPr id="378" name="Google Shape;378;p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379" name="Google Shape;379;p9"/>
          <p:cNvGrpSpPr/>
          <p:nvPr/>
        </p:nvGrpSpPr>
        <p:grpSpPr>
          <a:xfrm rot="5400000">
            <a:off x="6903475" y="3004063"/>
            <a:ext cx="3991375" cy="668900"/>
            <a:chOff x="2760750" y="-64950"/>
            <a:chExt cx="3991375" cy="668900"/>
          </a:xfrm>
        </p:grpSpPr>
        <p:sp>
          <p:nvSpPr>
            <p:cNvPr id="380" name="Google Shape;380;p9"/>
            <p:cNvSpPr/>
            <p:nvPr/>
          </p:nvSpPr>
          <p:spPr>
            <a:xfrm>
              <a:off x="27607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9"/>
            <p:cNvSpPr/>
            <p:nvPr/>
          </p:nvSpPr>
          <p:spPr>
            <a:xfrm>
              <a:off x="29355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9"/>
            <p:cNvSpPr/>
            <p:nvPr/>
          </p:nvSpPr>
          <p:spPr>
            <a:xfrm>
              <a:off x="31107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9"/>
            <p:cNvSpPr/>
            <p:nvPr/>
          </p:nvSpPr>
          <p:spPr>
            <a:xfrm>
              <a:off x="32855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9"/>
            <p:cNvSpPr/>
            <p:nvPr/>
          </p:nvSpPr>
          <p:spPr>
            <a:xfrm>
              <a:off x="3460750"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9"/>
            <p:cNvSpPr/>
            <p:nvPr/>
          </p:nvSpPr>
          <p:spPr>
            <a:xfrm>
              <a:off x="3635500" y="-64950"/>
              <a:ext cx="508800" cy="668900"/>
            </a:xfrm>
            <a:custGeom>
              <a:rect b="b" l="l" r="r" t="t"/>
              <a:pathLst>
                <a:path extrusionOk="0" h="26756" w="20352">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9"/>
            <p:cNvSpPr/>
            <p:nvPr/>
          </p:nvSpPr>
          <p:spPr>
            <a:xfrm>
              <a:off x="3810750"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9"/>
            <p:cNvSpPr/>
            <p:nvPr/>
          </p:nvSpPr>
          <p:spPr>
            <a:xfrm>
              <a:off x="3985525" y="-64950"/>
              <a:ext cx="508300" cy="668900"/>
            </a:xfrm>
            <a:custGeom>
              <a:rect b="b" l="l" r="r" t="t"/>
              <a:pathLst>
                <a:path extrusionOk="0" h="26756" w="20332">
                  <a:moveTo>
                    <a:pt x="19295"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9"/>
            <p:cNvSpPr/>
            <p:nvPr/>
          </p:nvSpPr>
          <p:spPr>
            <a:xfrm>
              <a:off x="4144275" y="-64950"/>
              <a:ext cx="508300" cy="668900"/>
            </a:xfrm>
            <a:custGeom>
              <a:rect b="b" l="l" r="r" t="t"/>
              <a:pathLst>
                <a:path extrusionOk="0" h="26756" w="20332">
                  <a:moveTo>
                    <a:pt x="19276" y="0"/>
                  </a:moveTo>
                  <a:lnTo>
                    <a:pt x="0" y="26756"/>
                  </a:lnTo>
                  <a:lnTo>
                    <a:pt x="1036"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9"/>
            <p:cNvSpPr/>
            <p:nvPr/>
          </p:nvSpPr>
          <p:spPr>
            <a:xfrm>
              <a:off x="4319025"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9"/>
            <p:cNvSpPr/>
            <p:nvPr/>
          </p:nvSpPr>
          <p:spPr>
            <a:xfrm>
              <a:off x="4493800" y="-64950"/>
              <a:ext cx="508775" cy="668900"/>
            </a:xfrm>
            <a:custGeom>
              <a:rect b="b" l="l" r="r" t="t"/>
              <a:pathLst>
                <a:path extrusionOk="0" h="26756" w="20351">
                  <a:moveTo>
                    <a:pt x="19295" y="0"/>
                  </a:moveTo>
                  <a:lnTo>
                    <a:pt x="0"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9"/>
            <p:cNvSpPr/>
            <p:nvPr/>
          </p:nvSpPr>
          <p:spPr>
            <a:xfrm>
              <a:off x="4669025"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9"/>
            <p:cNvSpPr/>
            <p:nvPr/>
          </p:nvSpPr>
          <p:spPr>
            <a:xfrm>
              <a:off x="48438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9"/>
            <p:cNvSpPr/>
            <p:nvPr/>
          </p:nvSpPr>
          <p:spPr>
            <a:xfrm>
              <a:off x="50190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9"/>
            <p:cNvSpPr/>
            <p:nvPr/>
          </p:nvSpPr>
          <p:spPr>
            <a:xfrm>
              <a:off x="5193800" y="-64950"/>
              <a:ext cx="508300" cy="668900"/>
            </a:xfrm>
            <a:custGeom>
              <a:rect b="b" l="l" r="r" t="t"/>
              <a:pathLst>
                <a:path extrusionOk="0" h="26756" w="20332">
                  <a:moveTo>
                    <a:pt x="19296"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9"/>
            <p:cNvSpPr/>
            <p:nvPr/>
          </p:nvSpPr>
          <p:spPr>
            <a:xfrm>
              <a:off x="5369050"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9"/>
            <p:cNvSpPr/>
            <p:nvPr/>
          </p:nvSpPr>
          <p:spPr>
            <a:xfrm>
              <a:off x="5543800"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9"/>
            <p:cNvSpPr/>
            <p:nvPr/>
          </p:nvSpPr>
          <p:spPr>
            <a:xfrm>
              <a:off x="5719050" y="-64950"/>
              <a:ext cx="508300" cy="668900"/>
            </a:xfrm>
            <a:custGeom>
              <a:rect b="b" l="l" r="r" t="t"/>
              <a:pathLst>
                <a:path extrusionOk="0" h="26756" w="20332">
                  <a:moveTo>
                    <a:pt x="19276"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9"/>
            <p:cNvSpPr/>
            <p:nvPr/>
          </p:nvSpPr>
          <p:spPr>
            <a:xfrm>
              <a:off x="58938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9"/>
            <p:cNvSpPr/>
            <p:nvPr/>
          </p:nvSpPr>
          <p:spPr>
            <a:xfrm>
              <a:off x="606857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9"/>
            <p:cNvSpPr/>
            <p:nvPr/>
          </p:nvSpPr>
          <p:spPr>
            <a:xfrm>
              <a:off x="62438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1" name="Google Shape;401;p9"/>
          <p:cNvSpPr/>
          <p:nvPr/>
        </p:nvSpPr>
        <p:spPr>
          <a:xfrm>
            <a:off x="0" y="4681700"/>
            <a:ext cx="2661900" cy="24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2" name="Google Shape;402;p9"/>
          <p:cNvGrpSpPr/>
          <p:nvPr/>
        </p:nvGrpSpPr>
        <p:grpSpPr>
          <a:xfrm>
            <a:off x="1511025" y="4763900"/>
            <a:ext cx="2026200" cy="78000"/>
            <a:chOff x="6727425" y="4608275"/>
            <a:chExt cx="2026200" cy="78000"/>
          </a:xfrm>
        </p:grpSpPr>
        <p:sp>
          <p:nvSpPr>
            <p:cNvPr id="403" name="Google Shape;403;p9"/>
            <p:cNvSpPr/>
            <p:nvPr/>
          </p:nvSpPr>
          <p:spPr>
            <a:xfrm>
              <a:off x="67274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9"/>
            <p:cNvSpPr/>
            <p:nvPr/>
          </p:nvSpPr>
          <p:spPr>
            <a:xfrm>
              <a:off x="70521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9"/>
            <p:cNvSpPr/>
            <p:nvPr/>
          </p:nvSpPr>
          <p:spPr>
            <a:xfrm>
              <a:off x="73768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9"/>
            <p:cNvSpPr/>
            <p:nvPr/>
          </p:nvSpPr>
          <p:spPr>
            <a:xfrm>
              <a:off x="77015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9"/>
            <p:cNvSpPr/>
            <p:nvPr/>
          </p:nvSpPr>
          <p:spPr>
            <a:xfrm>
              <a:off x="80262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9"/>
            <p:cNvSpPr/>
            <p:nvPr/>
          </p:nvSpPr>
          <p:spPr>
            <a:xfrm>
              <a:off x="83509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9"/>
            <p:cNvSpPr/>
            <p:nvPr/>
          </p:nvSpPr>
          <p:spPr>
            <a:xfrm>
              <a:off x="86756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0" name="Shape 410"/>
        <p:cNvGrpSpPr/>
        <p:nvPr/>
      </p:nvGrpSpPr>
      <p:grpSpPr>
        <a:xfrm>
          <a:off x="0" y="0"/>
          <a:ext cx="0" cy="0"/>
          <a:chOff x="0" y="0"/>
          <a:chExt cx="0" cy="0"/>
        </a:xfrm>
      </p:grpSpPr>
      <p:sp>
        <p:nvSpPr>
          <p:cNvPr id="411" name="Google Shape;411;p10"/>
          <p:cNvSpPr/>
          <p:nvPr>
            <p:ph idx="2" type="pic"/>
          </p:nvPr>
        </p:nvSpPr>
        <p:spPr>
          <a:xfrm>
            <a:off x="-6750" y="3325"/>
            <a:ext cx="9144000" cy="5143500"/>
          </a:xfrm>
          <a:prstGeom prst="rect">
            <a:avLst/>
          </a:prstGeom>
          <a:noFill/>
          <a:ln>
            <a:noFill/>
          </a:ln>
        </p:spPr>
      </p:sp>
      <p:sp>
        <p:nvSpPr>
          <p:cNvPr id="412" name="Google Shape;412;p10"/>
          <p:cNvSpPr txBox="1"/>
          <p:nvPr>
            <p:ph idx="1" type="body"/>
          </p:nvPr>
        </p:nvSpPr>
        <p:spPr>
          <a:xfrm>
            <a:off x="720000" y="4003475"/>
            <a:ext cx="7704000" cy="605100"/>
          </a:xfrm>
          <a:prstGeom prst="rect">
            <a:avLst/>
          </a:prstGeom>
          <a:ln>
            <a:noFill/>
          </a:ln>
        </p:spPr>
        <p:txBody>
          <a:bodyPr anchorCtr="0" anchor="ctr" bIns="91425" lIns="91425" spcFirstLastPara="1" rIns="91425" wrap="square" tIns="91425">
            <a:noAutofit/>
          </a:bodyPr>
          <a:lstStyle>
            <a:lvl1pPr indent="-228600" lvl="0" marL="457200" algn="ctr">
              <a:lnSpc>
                <a:spcPct val="100000"/>
              </a:lnSpc>
              <a:spcBef>
                <a:spcPts val="0"/>
              </a:spcBef>
              <a:spcAft>
                <a:spcPts val="0"/>
              </a:spcAft>
              <a:buSzPts val="1200"/>
              <a:buFont typeface="Rajdhani"/>
              <a:buNone/>
              <a:defRPr b="1" sz="4000">
                <a:solidFill>
                  <a:schemeClr val="dk1"/>
                </a:solidFill>
                <a:latin typeface="Rajdhani"/>
                <a:ea typeface="Rajdhani"/>
                <a:cs typeface="Rajdhani"/>
                <a:sym typeface="Rajdhani"/>
              </a:defRPr>
            </a:lvl1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13" name="Shape 413"/>
        <p:cNvGrpSpPr/>
        <p:nvPr/>
      </p:nvGrpSpPr>
      <p:grpSpPr>
        <a:xfrm>
          <a:off x="0" y="0"/>
          <a:ext cx="0" cy="0"/>
          <a:chOff x="0" y="0"/>
          <a:chExt cx="0" cy="0"/>
        </a:xfrm>
      </p:grpSpPr>
      <p:sp>
        <p:nvSpPr>
          <p:cNvPr id="414" name="Google Shape;414;p11"/>
          <p:cNvSpPr txBox="1"/>
          <p:nvPr>
            <p:ph hasCustomPrompt="1" type="title"/>
          </p:nvPr>
        </p:nvSpPr>
        <p:spPr>
          <a:xfrm>
            <a:off x="1443000" y="1559200"/>
            <a:ext cx="6258000" cy="1462800"/>
          </a:xfrm>
          <a:prstGeom prst="rect">
            <a:avLst/>
          </a:prstGeom>
        </p:spPr>
        <p:txBody>
          <a:bodyPr anchorCtr="0" anchor="b" bIns="91425" lIns="91425" spcFirstLastPara="1" rIns="91425" wrap="square" tIns="91425">
            <a:noAutofit/>
          </a:bodyPr>
          <a:lstStyle>
            <a:lvl1pPr lvl="0" algn="ctr">
              <a:spcBef>
                <a:spcPts val="0"/>
              </a:spcBef>
              <a:spcAft>
                <a:spcPts val="0"/>
              </a:spcAft>
              <a:buSzPts val="10000"/>
              <a:buNone/>
              <a:defRPr sz="9000"/>
            </a:lvl1pPr>
            <a:lvl2pPr lvl="1" algn="ctr">
              <a:spcBef>
                <a:spcPts val="0"/>
              </a:spcBef>
              <a:spcAft>
                <a:spcPts val="0"/>
              </a:spcAft>
              <a:buSzPts val="10000"/>
              <a:buNone/>
              <a:defRPr sz="10000"/>
            </a:lvl2pPr>
            <a:lvl3pPr lvl="2" algn="ctr">
              <a:spcBef>
                <a:spcPts val="0"/>
              </a:spcBef>
              <a:spcAft>
                <a:spcPts val="0"/>
              </a:spcAft>
              <a:buSzPts val="10000"/>
              <a:buNone/>
              <a:defRPr sz="10000"/>
            </a:lvl3pPr>
            <a:lvl4pPr lvl="3" algn="ctr">
              <a:spcBef>
                <a:spcPts val="0"/>
              </a:spcBef>
              <a:spcAft>
                <a:spcPts val="0"/>
              </a:spcAft>
              <a:buSzPts val="10000"/>
              <a:buNone/>
              <a:defRPr sz="10000"/>
            </a:lvl4pPr>
            <a:lvl5pPr lvl="4" algn="ctr">
              <a:spcBef>
                <a:spcPts val="0"/>
              </a:spcBef>
              <a:spcAft>
                <a:spcPts val="0"/>
              </a:spcAft>
              <a:buSzPts val="10000"/>
              <a:buNone/>
              <a:defRPr sz="10000"/>
            </a:lvl5pPr>
            <a:lvl6pPr lvl="5" algn="ctr">
              <a:spcBef>
                <a:spcPts val="0"/>
              </a:spcBef>
              <a:spcAft>
                <a:spcPts val="0"/>
              </a:spcAft>
              <a:buSzPts val="10000"/>
              <a:buNone/>
              <a:defRPr sz="10000"/>
            </a:lvl6pPr>
            <a:lvl7pPr lvl="6" algn="ctr">
              <a:spcBef>
                <a:spcPts val="0"/>
              </a:spcBef>
              <a:spcAft>
                <a:spcPts val="0"/>
              </a:spcAft>
              <a:buSzPts val="10000"/>
              <a:buNone/>
              <a:defRPr sz="10000"/>
            </a:lvl7pPr>
            <a:lvl8pPr lvl="7" algn="ctr">
              <a:spcBef>
                <a:spcPts val="0"/>
              </a:spcBef>
              <a:spcAft>
                <a:spcPts val="0"/>
              </a:spcAft>
              <a:buSzPts val="10000"/>
              <a:buNone/>
              <a:defRPr sz="10000"/>
            </a:lvl8pPr>
            <a:lvl9pPr lvl="8" algn="ctr">
              <a:spcBef>
                <a:spcPts val="0"/>
              </a:spcBef>
              <a:spcAft>
                <a:spcPts val="0"/>
              </a:spcAft>
              <a:buSzPts val="10000"/>
              <a:buNone/>
              <a:defRPr sz="10000"/>
            </a:lvl9pPr>
          </a:lstStyle>
          <a:p>
            <a:r>
              <a:t>xx%</a:t>
            </a:r>
          </a:p>
        </p:txBody>
      </p:sp>
      <p:sp>
        <p:nvSpPr>
          <p:cNvPr id="415" name="Google Shape;415;p11"/>
          <p:cNvSpPr txBox="1"/>
          <p:nvPr>
            <p:ph idx="1" type="subTitle"/>
          </p:nvPr>
        </p:nvSpPr>
        <p:spPr>
          <a:xfrm>
            <a:off x="1443000" y="3156225"/>
            <a:ext cx="6258000" cy="423000"/>
          </a:xfrm>
          <a:prstGeom prst="rect">
            <a:avLst/>
          </a:prstGeom>
          <a:solidFill>
            <a:schemeClr val="dk1"/>
          </a:solidFill>
        </p:spPr>
        <p:txBody>
          <a:bodyPr anchorCtr="0" anchor="t" bIns="91425" lIns="91425" spcFirstLastPara="1" rIns="91425" wrap="square" tIns="91425">
            <a:noAutofit/>
          </a:bodyPr>
          <a:lstStyle>
            <a:lvl1pPr lvl="0" algn="ctr">
              <a:spcBef>
                <a:spcPts val="0"/>
              </a:spcBef>
              <a:spcAft>
                <a:spcPts val="0"/>
              </a:spcAft>
              <a:buSzPts val="1200"/>
              <a:buNone/>
              <a:defRPr sz="1600">
                <a:solidFill>
                  <a:schemeClr val="lt1"/>
                </a:solidFill>
                <a:latin typeface="Albert Sans Medium"/>
                <a:ea typeface="Albert Sans Medium"/>
                <a:cs typeface="Albert Sans Medium"/>
                <a:sym typeface="Albert Sans Medium"/>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p:txBody>
      </p:sp>
      <p:grpSp>
        <p:nvGrpSpPr>
          <p:cNvPr id="416" name="Google Shape;416;p11"/>
          <p:cNvGrpSpPr/>
          <p:nvPr/>
        </p:nvGrpSpPr>
        <p:grpSpPr>
          <a:xfrm>
            <a:off x="8482575" y="-329100"/>
            <a:ext cx="668900" cy="5724450"/>
            <a:chOff x="8482575" y="-329100"/>
            <a:chExt cx="668900" cy="5724450"/>
          </a:xfrm>
        </p:grpSpPr>
        <p:sp>
          <p:nvSpPr>
            <p:cNvPr id="417" name="Google Shape;417;p11"/>
            <p:cNvSpPr/>
            <p:nvPr/>
          </p:nvSpPr>
          <p:spPr>
            <a:xfrm rot="-5400000">
              <a:off x="8562875" y="4806750"/>
              <a:ext cx="508300" cy="668900"/>
            </a:xfrm>
            <a:custGeom>
              <a:rect b="b" l="l" r="r" t="t"/>
              <a:pathLst>
                <a:path extrusionOk="0" h="26756" w="20332">
                  <a:moveTo>
                    <a:pt x="19277" y="0"/>
                  </a:moveTo>
                  <a:lnTo>
                    <a:pt x="1"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1"/>
            <p:cNvSpPr/>
            <p:nvPr/>
          </p:nvSpPr>
          <p:spPr>
            <a:xfrm rot="-5400000">
              <a:off x="8562875" y="4631975"/>
              <a:ext cx="508300" cy="668900"/>
            </a:xfrm>
            <a:custGeom>
              <a:rect b="b" l="l" r="r" t="t"/>
              <a:pathLst>
                <a:path extrusionOk="0" h="26756" w="20332">
                  <a:moveTo>
                    <a:pt x="19295"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1"/>
            <p:cNvSpPr/>
            <p:nvPr/>
          </p:nvSpPr>
          <p:spPr>
            <a:xfrm rot="-5400000">
              <a:off x="8562863" y="4456738"/>
              <a:ext cx="508325" cy="668900"/>
            </a:xfrm>
            <a:custGeom>
              <a:rect b="b" l="l" r="r" t="t"/>
              <a:pathLst>
                <a:path extrusionOk="0" h="26756" w="20333">
                  <a:moveTo>
                    <a:pt x="19277" y="0"/>
                  </a:moveTo>
                  <a:lnTo>
                    <a:pt x="1"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1"/>
            <p:cNvSpPr/>
            <p:nvPr/>
          </p:nvSpPr>
          <p:spPr>
            <a:xfrm rot="-5400000">
              <a:off x="8562875" y="4281975"/>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1"/>
            <p:cNvSpPr/>
            <p:nvPr/>
          </p:nvSpPr>
          <p:spPr>
            <a:xfrm rot="-5400000">
              <a:off x="8562638" y="4106963"/>
              <a:ext cx="508775" cy="668900"/>
            </a:xfrm>
            <a:custGeom>
              <a:rect b="b" l="l" r="r" t="t"/>
              <a:pathLst>
                <a:path extrusionOk="0" h="26756" w="20351">
                  <a:moveTo>
                    <a:pt x="19295" y="0"/>
                  </a:moveTo>
                  <a:lnTo>
                    <a:pt x="0" y="26756"/>
                  </a:lnTo>
                  <a:lnTo>
                    <a:pt x="1055" y="26756"/>
                  </a:lnTo>
                  <a:lnTo>
                    <a:pt x="2035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1"/>
            <p:cNvSpPr/>
            <p:nvPr/>
          </p:nvSpPr>
          <p:spPr>
            <a:xfrm rot="-5400000">
              <a:off x="8562875" y="39484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1"/>
            <p:cNvSpPr/>
            <p:nvPr/>
          </p:nvSpPr>
          <p:spPr>
            <a:xfrm rot="-5400000">
              <a:off x="8562638" y="3773463"/>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1"/>
            <p:cNvSpPr/>
            <p:nvPr/>
          </p:nvSpPr>
          <p:spPr>
            <a:xfrm rot="-5400000">
              <a:off x="8562875" y="35984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1"/>
            <p:cNvSpPr/>
            <p:nvPr/>
          </p:nvSpPr>
          <p:spPr>
            <a:xfrm rot="-5400000">
              <a:off x="8562863" y="3423688"/>
              <a:ext cx="508325" cy="668900"/>
            </a:xfrm>
            <a:custGeom>
              <a:rect b="b" l="l" r="r" t="t"/>
              <a:pathLst>
                <a:path extrusionOk="0" h="26756" w="20333">
                  <a:moveTo>
                    <a:pt x="19296"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1"/>
            <p:cNvSpPr/>
            <p:nvPr/>
          </p:nvSpPr>
          <p:spPr>
            <a:xfrm rot="-5400000">
              <a:off x="8562875" y="3248450"/>
              <a:ext cx="508300" cy="668900"/>
            </a:xfrm>
            <a:custGeom>
              <a:rect b="b" l="l" r="r" t="t"/>
              <a:pathLst>
                <a:path extrusionOk="0" h="26756" w="20332">
                  <a:moveTo>
                    <a:pt x="19276"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1"/>
            <p:cNvSpPr/>
            <p:nvPr/>
          </p:nvSpPr>
          <p:spPr>
            <a:xfrm rot="-5400000">
              <a:off x="8562875" y="3073675"/>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1"/>
            <p:cNvSpPr/>
            <p:nvPr/>
          </p:nvSpPr>
          <p:spPr>
            <a:xfrm rot="-5400000">
              <a:off x="8562638" y="2898688"/>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1"/>
            <p:cNvSpPr/>
            <p:nvPr/>
          </p:nvSpPr>
          <p:spPr>
            <a:xfrm rot="-5400000">
              <a:off x="8562875" y="2723675"/>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1"/>
            <p:cNvSpPr/>
            <p:nvPr/>
          </p:nvSpPr>
          <p:spPr>
            <a:xfrm rot="-5400000">
              <a:off x="8562638" y="2548688"/>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1"/>
            <p:cNvSpPr/>
            <p:nvPr/>
          </p:nvSpPr>
          <p:spPr>
            <a:xfrm rot="-5400000">
              <a:off x="8562875" y="2373675"/>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1"/>
            <p:cNvSpPr/>
            <p:nvPr/>
          </p:nvSpPr>
          <p:spPr>
            <a:xfrm rot="-5400000">
              <a:off x="8562625" y="2198675"/>
              <a:ext cx="508800" cy="668900"/>
            </a:xfrm>
            <a:custGeom>
              <a:rect b="b" l="l" r="r" t="t"/>
              <a:pathLst>
                <a:path extrusionOk="0" h="26756" w="20352">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1"/>
            <p:cNvSpPr/>
            <p:nvPr/>
          </p:nvSpPr>
          <p:spPr>
            <a:xfrm rot="-5400000">
              <a:off x="8562875" y="2023675"/>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1"/>
            <p:cNvSpPr/>
            <p:nvPr/>
          </p:nvSpPr>
          <p:spPr>
            <a:xfrm rot="-5400000">
              <a:off x="8562875" y="1848900"/>
              <a:ext cx="508300" cy="668900"/>
            </a:xfrm>
            <a:custGeom>
              <a:rect b="b" l="l" r="r" t="t"/>
              <a:pathLst>
                <a:path extrusionOk="0" h="26756" w="20332">
                  <a:moveTo>
                    <a:pt x="19295"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1"/>
            <p:cNvSpPr/>
            <p:nvPr/>
          </p:nvSpPr>
          <p:spPr>
            <a:xfrm rot="-5400000">
              <a:off x="8562875" y="1690150"/>
              <a:ext cx="508300" cy="668900"/>
            </a:xfrm>
            <a:custGeom>
              <a:rect b="b" l="l" r="r" t="t"/>
              <a:pathLst>
                <a:path extrusionOk="0" h="26756" w="20332">
                  <a:moveTo>
                    <a:pt x="19276" y="0"/>
                  </a:moveTo>
                  <a:lnTo>
                    <a:pt x="0" y="26756"/>
                  </a:lnTo>
                  <a:lnTo>
                    <a:pt x="1036"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1"/>
            <p:cNvSpPr/>
            <p:nvPr/>
          </p:nvSpPr>
          <p:spPr>
            <a:xfrm rot="-5400000">
              <a:off x="8562863" y="1515388"/>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1"/>
            <p:cNvSpPr/>
            <p:nvPr/>
          </p:nvSpPr>
          <p:spPr>
            <a:xfrm rot="-5400000">
              <a:off x="8562638" y="1340388"/>
              <a:ext cx="508775" cy="668900"/>
            </a:xfrm>
            <a:custGeom>
              <a:rect b="b" l="l" r="r" t="t"/>
              <a:pathLst>
                <a:path extrusionOk="0" h="26756" w="20351">
                  <a:moveTo>
                    <a:pt x="19295" y="0"/>
                  </a:moveTo>
                  <a:lnTo>
                    <a:pt x="0"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1"/>
            <p:cNvSpPr/>
            <p:nvPr/>
          </p:nvSpPr>
          <p:spPr>
            <a:xfrm rot="-5400000">
              <a:off x="8562863" y="1165388"/>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1"/>
            <p:cNvSpPr/>
            <p:nvPr/>
          </p:nvSpPr>
          <p:spPr>
            <a:xfrm rot="-5400000">
              <a:off x="8562638" y="990388"/>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1"/>
            <p:cNvSpPr/>
            <p:nvPr/>
          </p:nvSpPr>
          <p:spPr>
            <a:xfrm rot="-5400000">
              <a:off x="8562875" y="815375"/>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1"/>
            <p:cNvSpPr/>
            <p:nvPr/>
          </p:nvSpPr>
          <p:spPr>
            <a:xfrm rot="-5400000">
              <a:off x="8562875" y="640625"/>
              <a:ext cx="508300" cy="668900"/>
            </a:xfrm>
            <a:custGeom>
              <a:rect b="b" l="l" r="r" t="t"/>
              <a:pathLst>
                <a:path extrusionOk="0" h="26756" w="20332">
                  <a:moveTo>
                    <a:pt x="19296"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1"/>
            <p:cNvSpPr/>
            <p:nvPr/>
          </p:nvSpPr>
          <p:spPr>
            <a:xfrm rot="-5400000">
              <a:off x="8562875" y="465375"/>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1"/>
            <p:cNvSpPr/>
            <p:nvPr/>
          </p:nvSpPr>
          <p:spPr>
            <a:xfrm rot="-5400000">
              <a:off x="8562863" y="290613"/>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1"/>
            <p:cNvSpPr/>
            <p:nvPr/>
          </p:nvSpPr>
          <p:spPr>
            <a:xfrm rot="-5400000">
              <a:off x="8562875" y="115375"/>
              <a:ext cx="508300" cy="668900"/>
            </a:xfrm>
            <a:custGeom>
              <a:rect b="b" l="l" r="r" t="t"/>
              <a:pathLst>
                <a:path extrusionOk="0" h="26756" w="20332">
                  <a:moveTo>
                    <a:pt x="19276"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1"/>
            <p:cNvSpPr/>
            <p:nvPr/>
          </p:nvSpPr>
          <p:spPr>
            <a:xfrm rot="-5400000">
              <a:off x="8562875" y="-5940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1"/>
            <p:cNvSpPr/>
            <p:nvPr/>
          </p:nvSpPr>
          <p:spPr>
            <a:xfrm rot="-5400000">
              <a:off x="8562638" y="-234387"/>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1"/>
            <p:cNvSpPr/>
            <p:nvPr/>
          </p:nvSpPr>
          <p:spPr>
            <a:xfrm rot="-5400000">
              <a:off x="8562875" y="-40940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8" name="Google Shape;448;p11"/>
          <p:cNvSpPr/>
          <p:nvPr/>
        </p:nvSpPr>
        <p:spPr>
          <a:xfrm>
            <a:off x="0" y="522100"/>
            <a:ext cx="2661900" cy="24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1"/>
          <p:cNvSpPr/>
          <p:nvPr/>
        </p:nvSpPr>
        <p:spPr>
          <a:xfrm>
            <a:off x="2661900" y="199600"/>
            <a:ext cx="322500" cy="322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0" name="Google Shape;450;p11"/>
          <p:cNvGrpSpPr/>
          <p:nvPr/>
        </p:nvGrpSpPr>
        <p:grpSpPr>
          <a:xfrm>
            <a:off x="466050" y="604300"/>
            <a:ext cx="2026200" cy="78000"/>
            <a:chOff x="6727425" y="4608275"/>
            <a:chExt cx="2026200" cy="78000"/>
          </a:xfrm>
        </p:grpSpPr>
        <p:sp>
          <p:nvSpPr>
            <p:cNvPr id="451" name="Google Shape;451;p11"/>
            <p:cNvSpPr/>
            <p:nvPr/>
          </p:nvSpPr>
          <p:spPr>
            <a:xfrm>
              <a:off x="67274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1"/>
            <p:cNvSpPr/>
            <p:nvPr/>
          </p:nvSpPr>
          <p:spPr>
            <a:xfrm>
              <a:off x="70521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1"/>
            <p:cNvSpPr/>
            <p:nvPr/>
          </p:nvSpPr>
          <p:spPr>
            <a:xfrm>
              <a:off x="73768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1"/>
            <p:cNvSpPr/>
            <p:nvPr/>
          </p:nvSpPr>
          <p:spPr>
            <a:xfrm>
              <a:off x="77015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1"/>
            <p:cNvSpPr/>
            <p:nvPr/>
          </p:nvSpPr>
          <p:spPr>
            <a:xfrm>
              <a:off x="80262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1"/>
            <p:cNvSpPr/>
            <p:nvPr/>
          </p:nvSpPr>
          <p:spPr>
            <a:xfrm>
              <a:off x="83509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1"/>
            <p:cNvSpPr/>
            <p:nvPr/>
          </p:nvSpPr>
          <p:spPr>
            <a:xfrm>
              <a:off x="86756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58" name="Shape 45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459" name="Shape 459"/>
        <p:cNvGrpSpPr/>
        <p:nvPr/>
      </p:nvGrpSpPr>
      <p:grpSpPr>
        <a:xfrm>
          <a:off x="0" y="0"/>
          <a:ext cx="0" cy="0"/>
          <a:chOff x="0" y="0"/>
          <a:chExt cx="0" cy="0"/>
        </a:xfrm>
      </p:grpSpPr>
      <p:sp>
        <p:nvSpPr>
          <p:cNvPr id="460" name="Google Shape;460;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61" name="Google Shape;461;p13"/>
          <p:cNvSpPr txBox="1"/>
          <p:nvPr>
            <p:ph idx="2" type="title"/>
          </p:nvPr>
        </p:nvSpPr>
        <p:spPr>
          <a:xfrm>
            <a:off x="1977001" y="1555538"/>
            <a:ext cx="2414100" cy="775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3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62" name="Google Shape;462;p13"/>
          <p:cNvSpPr txBox="1"/>
          <p:nvPr>
            <p:ph idx="3" type="title"/>
          </p:nvPr>
        </p:nvSpPr>
        <p:spPr>
          <a:xfrm>
            <a:off x="5720725" y="1555538"/>
            <a:ext cx="2414100" cy="775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3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63" name="Google Shape;463;p13"/>
          <p:cNvSpPr txBox="1"/>
          <p:nvPr>
            <p:ph idx="1" type="subTitle"/>
          </p:nvPr>
        </p:nvSpPr>
        <p:spPr>
          <a:xfrm>
            <a:off x="1977000" y="2253613"/>
            <a:ext cx="2414100" cy="50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atin typeface="Albert Sans Medium"/>
                <a:ea typeface="Albert Sans Medium"/>
                <a:cs typeface="Albert Sans Medium"/>
                <a:sym typeface="Albert Sans Medium"/>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464" name="Google Shape;464;p13"/>
          <p:cNvSpPr txBox="1"/>
          <p:nvPr>
            <p:ph idx="4" type="subTitle"/>
          </p:nvPr>
        </p:nvSpPr>
        <p:spPr>
          <a:xfrm>
            <a:off x="5720725" y="2253613"/>
            <a:ext cx="2414100" cy="50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atin typeface="Albert Sans Medium"/>
                <a:ea typeface="Albert Sans Medium"/>
                <a:cs typeface="Albert Sans Medium"/>
                <a:sym typeface="Albert Sans Medium"/>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465" name="Google Shape;465;p13"/>
          <p:cNvSpPr txBox="1"/>
          <p:nvPr>
            <p:ph idx="5" type="title"/>
          </p:nvPr>
        </p:nvSpPr>
        <p:spPr>
          <a:xfrm>
            <a:off x="1977001" y="3195488"/>
            <a:ext cx="2414100" cy="775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3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66" name="Google Shape;466;p13"/>
          <p:cNvSpPr txBox="1"/>
          <p:nvPr>
            <p:ph idx="6" type="title"/>
          </p:nvPr>
        </p:nvSpPr>
        <p:spPr>
          <a:xfrm>
            <a:off x="5720725" y="3195488"/>
            <a:ext cx="2414100" cy="775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23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67" name="Google Shape;467;p13"/>
          <p:cNvSpPr txBox="1"/>
          <p:nvPr>
            <p:ph idx="7" type="subTitle"/>
          </p:nvPr>
        </p:nvSpPr>
        <p:spPr>
          <a:xfrm>
            <a:off x="1977025" y="3893563"/>
            <a:ext cx="2414100" cy="50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atin typeface="Albert Sans Medium"/>
                <a:ea typeface="Albert Sans Medium"/>
                <a:cs typeface="Albert Sans Medium"/>
                <a:sym typeface="Albert Sans Medium"/>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468" name="Google Shape;468;p13"/>
          <p:cNvSpPr txBox="1"/>
          <p:nvPr>
            <p:ph idx="8" type="subTitle"/>
          </p:nvPr>
        </p:nvSpPr>
        <p:spPr>
          <a:xfrm>
            <a:off x="5720726" y="3893563"/>
            <a:ext cx="2414100" cy="50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atin typeface="Albert Sans Medium"/>
                <a:ea typeface="Albert Sans Medium"/>
                <a:cs typeface="Albert Sans Medium"/>
                <a:sym typeface="Albert Sans Medium"/>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469" name="Google Shape;469;p13"/>
          <p:cNvSpPr txBox="1"/>
          <p:nvPr>
            <p:ph hasCustomPrompt="1" idx="9" type="title"/>
          </p:nvPr>
        </p:nvSpPr>
        <p:spPr>
          <a:xfrm>
            <a:off x="1009185" y="1770020"/>
            <a:ext cx="775800" cy="775800"/>
          </a:xfrm>
          <a:prstGeom prst="rect">
            <a:avLst/>
          </a:prstGeom>
          <a:solidFill>
            <a:schemeClr val="dk1"/>
          </a:solidFill>
          <a:ln>
            <a:noFill/>
          </a:ln>
        </p:spPr>
        <p:txBody>
          <a:bodyPr anchorCtr="0" anchor="ctr" bIns="91425" lIns="91425" spcFirstLastPara="1" rIns="91425" wrap="square" tIns="91425">
            <a:noAutofit/>
          </a:bodyPr>
          <a:lstStyle>
            <a:lvl1pPr lvl="0" rtl="0" algn="ctr">
              <a:spcBef>
                <a:spcPts val="0"/>
              </a:spcBef>
              <a:spcAft>
                <a:spcPts val="0"/>
              </a:spcAft>
              <a:buSzPts val="4000"/>
              <a:buNone/>
              <a:defRPr>
                <a:solidFill>
                  <a:schemeClr val="lt1"/>
                </a:solidFill>
              </a:defRPr>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470" name="Google Shape;470;p13"/>
          <p:cNvSpPr txBox="1"/>
          <p:nvPr>
            <p:ph hasCustomPrompt="1" idx="13" type="title"/>
          </p:nvPr>
        </p:nvSpPr>
        <p:spPr>
          <a:xfrm>
            <a:off x="1009185" y="3409970"/>
            <a:ext cx="775800" cy="775800"/>
          </a:xfrm>
          <a:prstGeom prst="rect">
            <a:avLst/>
          </a:prstGeom>
          <a:solidFill>
            <a:schemeClr val="dk1"/>
          </a:solidFill>
          <a:ln>
            <a:noFill/>
          </a:ln>
        </p:spPr>
        <p:txBody>
          <a:bodyPr anchorCtr="0" anchor="ctr" bIns="91425" lIns="91425" spcFirstLastPara="1" rIns="91425" wrap="square" tIns="91425">
            <a:noAutofit/>
          </a:bodyPr>
          <a:lstStyle>
            <a:lvl1pPr lvl="0" rtl="0" algn="ctr">
              <a:spcBef>
                <a:spcPts val="0"/>
              </a:spcBef>
              <a:spcAft>
                <a:spcPts val="0"/>
              </a:spcAft>
              <a:buSzPts val="4000"/>
              <a:buNone/>
              <a:defRPr>
                <a:solidFill>
                  <a:schemeClr val="lt1"/>
                </a:solidFill>
              </a:defRPr>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471" name="Google Shape;471;p13"/>
          <p:cNvSpPr txBox="1"/>
          <p:nvPr>
            <p:ph hasCustomPrompt="1" idx="14" type="title"/>
          </p:nvPr>
        </p:nvSpPr>
        <p:spPr>
          <a:xfrm>
            <a:off x="4753035" y="1770020"/>
            <a:ext cx="775800" cy="775800"/>
          </a:xfrm>
          <a:prstGeom prst="rect">
            <a:avLst/>
          </a:prstGeom>
          <a:solidFill>
            <a:schemeClr val="dk1"/>
          </a:solidFill>
          <a:ln>
            <a:noFill/>
          </a:ln>
        </p:spPr>
        <p:txBody>
          <a:bodyPr anchorCtr="0" anchor="ctr" bIns="91425" lIns="91425" spcFirstLastPara="1" rIns="91425" wrap="square" tIns="91425">
            <a:noAutofit/>
          </a:bodyPr>
          <a:lstStyle>
            <a:lvl1pPr lvl="0" rtl="0" algn="ctr">
              <a:spcBef>
                <a:spcPts val="0"/>
              </a:spcBef>
              <a:spcAft>
                <a:spcPts val="0"/>
              </a:spcAft>
              <a:buSzPts val="4000"/>
              <a:buNone/>
              <a:defRPr>
                <a:solidFill>
                  <a:schemeClr val="lt1"/>
                </a:solidFill>
              </a:defRPr>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472" name="Google Shape;472;p13"/>
          <p:cNvSpPr txBox="1"/>
          <p:nvPr>
            <p:ph hasCustomPrompt="1" idx="15" type="title"/>
          </p:nvPr>
        </p:nvSpPr>
        <p:spPr>
          <a:xfrm>
            <a:off x="4753035" y="3409970"/>
            <a:ext cx="775800" cy="775800"/>
          </a:xfrm>
          <a:prstGeom prst="rect">
            <a:avLst/>
          </a:prstGeom>
          <a:solidFill>
            <a:schemeClr val="dk1"/>
          </a:solidFill>
          <a:ln>
            <a:noFill/>
          </a:ln>
        </p:spPr>
        <p:txBody>
          <a:bodyPr anchorCtr="0" anchor="ctr" bIns="91425" lIns="91425" spcFirstLastPara="1" rIns="91425" wrap="square" tIns="91425">
            <a:noAutofit/>
          </a:bodyPr>
          <a:lstStyle>
            <a:lvl1pPr lvl="0" rtl="0" algn="ctr">
              <a:spcBef>
                <a:spcPts val="0"/>
              </a:spcBef>
              <a:spcAft>
                <a:spcPts val="0"/>
              </a:spcAft>
              <a:buSzPts val="4000"/>
              <a:buNone/>
              <a:defRPr>
                <a:solidFill>
                  <a:schemeClr val="lt1"/>
                </a:solidFill>
              </a:defRPr>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a:r>
              <a:t>xx%</a:t>
            </a:r>
          </a:p>
        </p:txBody>
      </p:sp>
      <p:sp>
        <p:nvSpPr>
          <p:cNvPr id="473" name="Google Shape;473;p13"/>
          <p:cNvSpPr/>
          <p:nvPr/>
        </p:nvSpPr>
        <p:spPr>
          <a:xfrm rot="-5400000">
            <a:off x="7622179" y="3614250"/>
            <a:ext cx="1549800" cy="15087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3"/>
          <p:cNvSpPr/>
          <p:nvPr/>
        </p:nvSpPr>
        <p:spPr>
          <a:xfrm>
            <a:off x="8821500" y="558300"/>
            <a:ext cx="322500" cy="2316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3"/>
          <p:cNvSpPr/>
          <p:nvPr/>
        </p:nvSpPr>
        <p:spPr>
          <a:xfrm>
            <a:off x="0" y="1550988"/>
            <a:ext cx="290700" cy="2041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3"/>
          <p:cNvSpPr/>
          <p:nvPr/>
        </p:nvSpPr>
        <p:spPr>
          <a:xfrm>
            <a:off x="-2850" y="3593500"/>
            <a:ext cx="612600" cy="296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7" name="Google Shape;477;p13"/>
          <p:cNvGrpSpPr/>
          <p:nvPr/>
        </p:nvGrpSpPr>
        <p:grpSpPr>
          <a:xfrm>
            <a:off x="609750" y="4723675"/>
            <a:ext cx="2026200" cy="78000"/>
            <a:chOff x="6727425" y="4608275"/>
            <a:chExt cx="2026200" cy="78000"/>
          </a:xfrm>
        </p:grpSpPr>
        <p:sp>
          <p:nvSpPr>
            <p:cNvPr id="478" name="Google Shape;478;p13"/>
            <p:cNvSpPr/>
            <p:nvPr/>
          </p:nvSpPr>
          <p:spPr>
            <a:xfrm>
              <a:off x="67274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3"/>
            <p:cNvSpPr/>
            <p:nvPr/>
          </p:nvSpPr>
          <p:spPr>
            <a:xfrm>
              <a:off x="70521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3"/>
            <p:cNvSpPr/>
            <p:nvPr/>
          </p:nvSpPr>
          <p:spPr>
            <a:xfrm>
              <a:off x="73768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3"/>
            <p:cNvSpPr/>
            <p:nvPr/>
          </p:nvSpPr>
          <p:spPr>
            <a:xfrm>
              <a:off x="77015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3"/>
            <p:cNvSpPr/>
            <p:nvPr/>
          </p:nvSpPr>
          <p:spPr>
            <a:xfrm>
              <a:off x="80262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3"/>
            <p:cNvSpPr/>
            <p:nvPr/>
          </p:nvSpPr>
          <p:spPr>
            <a:xfrm>
              <a:off x="83509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3"/>
            <p:cNvSpPr/>
            <p:nvPr/>
          </p:nvSpPr>
          <p:spPr>
            <a:xfrm>
              <a:off x="86756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5" name="Google Shape;485;p13"/>
          <p:cNvSpPr/>
          <p:nvPr/>
        </p:nvSpPr>
        <p:spPr>
          <a:xfrm rot="-5400000">
            <a:off x="7996664" y="3988650"/>
            <a:ext cx="1170300" cy="11394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3"/>
          <p:cNvSpPr/>
          <p:nvPr/>
        </p:nvSpPr>
        <p:spPr>
          <a:xfrm>
            <a:off x="8489250" y="4473475"/>
            <a:ext cx="374100" cy="374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3"/>
          <p:cNvSpPr/>
          <p:nvPr/>
        </p:nvSpPr>
        <p:spPr>
          <a:xfrm>
            <a:off x="8369700" y="0"/>
            <a:ext cx="774300" cy="558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lte only 1">
  <p:cSld name="CUSTOM_11">
    <p:spTree>
      <p:nvGrpSpPr>
        <p:cNvPr id="488" name="Shape 488"/>
        <p:cNvGrpSpPr/>
        <p:nvPr/>
      </p:nvGrpSpPr>
      <p:grpSpPr>
        <a:xfrm>
          <a:off x="0" y="0"/>
          <a:ext cx="0" cy="0"/>
          <a:chOff x="0" y="0"/>
          <a:chExt cx="0" cy="0"/>
        </a:xfrm>
      </p:grpSpPr>
      <p:sp>
        <p:nvSpPr>
          <p:cNvPr id="489" name="Google Shape;489;p14"/>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atin typeface="Rajdhani Medium"/>
                <a:ea typeface="Rajdhani Medium"/>
                <a:cs typeface="Rajdhani Medium"/>
                <a:sym typeface="Rajdhani Medium"/>
              </a:defRPr>
            </a:lvl1pPr>
            <a:lvl2pPr lvl="1">
              <a:spcBef>
                <a:spcPts val="0"/>
              </a:spcBef>
              <a:spcAft>
                <a:spcPts val="0"/>
              </a:spcAft>
              <a:buSzPts val="3000"/>
              <a:buNone/>
              <a:defRPr>
                <a:latin typeface="Rajdhani Medium"/>
                <a:ea typeface="Rajdhani Medium"/>
                <a:cs typeface="Rajdhani Medium"/>
                <a:sym typeface="Rajdhani Medium"/>
              </a:defRPr>
            </a:lvl2pPr>
            <a:lvl3pPr lvl="2">
              <a:spcBef>
                <a:spcPts val="0"/>
              </a:spcBef>
              <a:spcAft>
                <a:spcPts val="0"/>
              </a:spcAft>
              <a:buSzPts val="3000"/>
              <a:buNone/>
              <a:defRPr>
                <a:latin typeface="Rajdhani Medium"/>
                <a:ea typeface="Rajdhani Medium"/>
                <a:cs typeface="Rajdhani Medium"/>
                <a:sym typeface="Rajdhani Medium"/>
              </a:defRPr>
            </a:lvl3pPr>
            <a:lvl4pPr lvl="3">
              <a:spcBef>
                <a:spcPts val="0"/>
              </a:spcBef>
              <a:spcAft>
                <a:spcPts val="0"/>
              </a:spcAft>
              <a:buSzPts val="3000"/>
              <a:buNone/>
              <a:defRPr>
                <a:latin typeface="Rajdhani Medium"/>
                <a:ea typeface="Rajdhani Medium"/>
                <a:cs typeface="Rajdhani Medium"/>
                <a:sym typeface="Rajdhani Medium"/>
              </a:defRPr>
            </a:lvl4pPr>
            <a:lvl5pPr lvl="4">
              <a:spcBef>
                <a:spcPts val="0"/>
              </a:spcBef>
              <a:spcAft>
                <a:spcPts val="0"/>
              </a:spcAft>
              <a:buSzPts val="3000"/>
              <a:buNone/>
              <a:defRPr>
                <a:latin typeface="Rajdhani Medium"/>
                <a:ea typeface="Rajdhani Medium"/>
                <a:cs typeface="Rajdhani Medium"/>
                <a:sym typeface="Rajdhani Medium"/>
              </a:defRPr>
            </a:lvl5pPr>
            <a:lvl6pPr lvl="5">
              <a:spcBef>
                <a:spcPts val="0"/>
              </a:spcBef>
              <a:spcAft>
                <a:spcPts val="0"/>
              </a:spcAft>
              <a:buSzPts val="3000"/>
              <a:buNone/>
              <a:defRPr>
                <a:latin typeface="Rajdhani Medium"/>
                <a:ea typeface="Rajdhani Medium"/>
                <a:cs typeface="Rajdhani Medium"/>
                <a:sym typeface="Rajdhani Medium"/>
              </a:defRPr>
            </a:lvl6pPr>
            <a:lvl7pPr lvl="6">
              <a:spcBef>
                <a:spcPts val="0"/>
              </a:spcBef>
              <a:spcAft>
                <a:spcPts val="0"/>
              </a:spcAft>
              <a:buSzPts val="3000"/>
              <a:buNone/>
              <a:defRPr>
                <a:latin typeface="Rajdhani Medium"/>
                <a:ea typeface="Rajdhani Medium"/>
                <a:cs typeface="Rajdhani Medium"/>
                <a:sym typeface="Rajdhani Medium"/>
              </a:defRPr>
            </a:lvl7pPr>
            <a:lvl8pPr lvl="7">
              <a:spcBef>
                <a:spcPts val="0"/>
              </a:spcBef>
              <a:spcAft>
                <a:spcPts val="0"/>
              </a:spcAft>
              <a:buSzPts val="3000"/>
              <a:buNone/>
              <a:defRPr>
                <a:latin typeface="Rajdhani Medium"/>
                <a:ea typeface="Rajdhani Medium"/>
                <a:cs typeface="Rajdhani Medium"/>
                <a:sym typeface="Rajdhani Medium"/>
              </a:defRPr>
            </a:lvl8pPr>
            <a:lvl9pPr lvl="8">
              <a:spcBef>
                <a:spcPts val="0"/>
              </a:spcBef>
              <a:spcAft>
                <a:spcPts val="0"/>
              </a:spcAft>
              <a:buSzPts val="3000"/>
              <a:buNone/>
              <a:defRPr>
                <a:latin typeface="Rajdhani Medium"/>
                <a:ea typeface="Rajdhani Medium"/>
                <a:cs typeface="Rajdhani Medium"/>
                <a:sym typeface="Rajdhani Medium"/>
              </a:defRPr>
            </a:lvl9pPr>
          </a:lstStyle>
          <a:p/>
        </p:txBody>
      </p:sp>
      <p:sp>
        <p:nvSpPr>
          <p:cNvPr id="490" name="Google Shape;490;p14"/>
          <p:cNvSpPr/>
          <p:nvPr/>
        </p:nvSpPr>
        <p:spPr>
          <a:xfrm>
            <a:off x="-675" y="3853725"/>
            <a:ext cx="1324800" cy="12897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4"/>
          <p:cNvSpPr/>
          <p:nvPr/>
        </p:nvSpPr>
        <p:spPr>
          <a:xfrm>
            <a:off x="-675" y="4187279"/>
            <a:ext cx="982200" cy="9561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4"/>
          <p:cNvSpPr/>
          <p:nvPr/>
        </p:nvSpPr>
        <p:spPr>
          <a:xfrm rot="-5400000">
            <a:off x="7848175" y="3626025"/>
            <a:ext cx="322500" cy="2514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3" name="Google Shape;493;p14"/>
          <p:cNvGrpSpPr/>
          <p:nvPr/>
        </p:nvGrpSpPr>
        <p:grpSpPr>
          <a:xfrm>
            <a:off x="5536825" y="4844325"/>
            <a:ext cx="2026200" cy="78000"/>
            <a:chOff x="6727425" y="4608275"/>
            <a:chExt cx="2026200" cy="78000"/>
          </a:xfrm>
        </p:grpSpPr>
        <p:sp>
          <p:nvSpPr>
            <p:cNvPr id="494" name="Google Shape;494;p14"/>
            <p:cNvSpPr/>
            <p:nvPr/>
          </p:nvSpPr>
          <p:spPr>
            <a:xfrm>
              <a:off x="67274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4"/>
            <p:cNvSpPr/>
            <p:nvPr/>
          </p:nvSpPr>
          <p:spPr>
            <a:xfrm>
              <a:off x="70521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4"/>
            <p:cNvSpPr/>
            <p:nvPr/>
          </p:nvSpPr>
          <p:spPr>
            <a:xfrm>
              <a:off x="73768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4"/>
            <p:cNvSpPr/>
            <p:nvPr/>
          </p:nvSpPr>
          <p:spPr>
            <a:xfrm>
              <a:off x="77015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4"/>
            <p:cNvSpPr/>
            <p:nvPr/>
          </p:nvSpPr>
          <p:spPr>
            <a:xfrm>
              <a:off x="80262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4"/>
            <p:cNvSpPr/>
            <p:nvPr/>
          </p:nvSpPr>
          <p:spPr>
            <a:xfrm>
              <a:off x="83509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4"/>
            <p:cNvSpPr/>
            <p:nvPr/>
          </p:nvSpPr>
          <p:spPr>
            <a:xfrm>
              <a:off x="86756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1" name="Google Shape;501;p14"/>
          <p:cNvSpPr/>
          <p:nvPr/>
        </p:nvSpPr>
        <p:spPr>
          <a:xfrm>
            <a:off x="8534750" y="-12"/>
            <a:ext cx="290700" cy="2041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4"/>
          <p:cNvSpPr/>
          <p:nvPr/>
        </p:nvSpPr>
        <p:spPr>
          <a:xfrm>
            <a:off x="8847600" y="2041500"/>
            <a:ext cx="296400" cy="296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lte only 2">
  <p:cSld name="CUSTOM_11_1">
    <p:spTree>
      <p:nvGrpSpPr>
        <p:cNvPr id="503" name="Shape 503"/>
        <p:cNvGrpSpPr/>
        <p:nvPr/>
      </p:nvGrpSpPr>
      <p:grpSpPr>
        <a:xfrm>
          <a:off x="0" y="0"/>
          <a:ext cx="0" cy="0"/>
          <a:chOff x="0" y="0"/>
          <a:chExt cx="0" cy="0"/>
        </a:xfrm>
      </p:grpSpPr>
      <p:sp>
        <p:nvSpPr>
          <p:cNvPr id="504" name="Google Shape;504;p15"/>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atin typeface="Rajdhani Medium"/>
                <a:ea typeface="Rajdhani Medium"/>
                <a:cs typeface="Rajdhani Medium"/>
                <a:sym typeface="Rajdhani Medium"/>
              </a:defRPr>
            </a:lvl1pPr>
            <a:lvl2pPr lvl="1" rtl="0">
              <a:spcBef>
                <a:spcPts val="0"/>
              </a:spcBef>
              <a:spcAft>
                <a:spcPts val="0"/>
              </a:spcAft>
              <a:buSzPts val="3000"/>
              <a:buNone/>
              <a:defRPr>
                <a:latin typeface="Rajdhani Medium"/>
                <a:ea typeface="Rajdhani Medium"/>
                <a:cs typeface="Rajdhani Medium"/>
                <a:sym typeface="Rajdhani Medium"/>
              </a:defRPr>
            </a:lvl2pPr>
            <a:lvl3pPr lvl="2" rtl="0">
              <a:spcBef>
                <a:spcPts val="0"/>
              </a:spcBef>
              <a:spcAft>
                <a:spcPts val="0"/>
              </a:spcAft>
              <a:buSzPts val="3000"/>
              <a:buNone/>
              <a:defRPr>
                <a:latin typeface="Rajdhani Medium"/>
                <a:ea typeface="Rajdhani Medium"/>
                <a:cs typeface="Rajdhani Medium"/>
                <a:sym typeface="Rajdhani Medium"/>
              </a:defRPr>
            </a:lvl3pPr>
            <a:lvl4pPr lvl="3" rtl="0">
              <a:spcBef>
                <a:spcPts val="0"/>
              </a:spcBef>
              <a:spcAft>
                <a:spcPts val="0"/>
              </a:spcAft>
              <a:buSzPts val="3000"/>
              <a:buNone/>
              <a:defRPr>
                <a:latin typeface="Rajdhani Medium"/>
                <a:ea typeface="Rajdhani Medium"/>
                <a:cs typeface="Rajdhani Medium"/>
                <a:sym typeface="Rajdhani Medium"/>
              </a:defRPr>
            </a:lvl4pPr>
            <a:lvl5pPr lvl="4" rtl="0">
              <a:spcBef>
                <a:spcPts val="0"/>
              </a:spcBef>
              <a:spcAft>
                <a:spcPts val="0"/>
              </a:spcAft>
              <a:buSzPts val="3000"/>
              <a:buNone/>
              <a:defRPr>
                <a:latin typeface="Rajdhani Medium"/>
                <a:ea typeface="Rajdhani Medium"/>
                <a:cs typeface="Rajdhani Medium"/>
                <a:sym typeface="Rajdhani Medium"/>
              </a:defRPr>
            </a:lvl5pPr>
            <a:lvl6pPr lvl="5" rtl="0">
              <a:spcBef>
                <a:spcPts val="0"/>
              </a:spcBef>
              <a:spcAft>
                <a:spcPts val="0"/>
              </a:spcAft>
              <a:buSzPts val="3000"/>
              <a:buNone/>
              <a:defRPr>
                <a:latin typeface="Rajdhani Medium"/>
                <a:ea typeface="Rajdhani Medium"/>
                <a:cs typeface="Rajdhani Medium"/>
                <a:sym typeface="Rajdhani Medium"/>
              </a:defRPr>
            </a:lvl6pPr>
            <a:lvl7pPr lvl="6" rtl="0">
              <a:spcBef>
                <a:spcPts val="0"/>
              </a:spcBef>
              <a:spcAft>
                <a:spcPts val="0"/>
              </a:spcAft>
              <a:buSzPts val="3000"/>
              <a:buNone/>
              <a:defRPr>
                <a:latin typeface="Rajdhani Medium"/>
                <a:ea typeface="Rajdhani Medium"/>
                <a:cs typeface="Rajdhani Medium"/>
                <a:sym typeface="Rajdhani Medium"/>
              </a:defRPr>
            </a:lvl7pPr>
            <a:lvl8pPr lvl="7" rtl="0">
              <a:spcBef>
                <a:spcPts val="0"/>
              </a:spcBef>
              <a:spcAft>
                <a:spcPts val="0"/>
              </a:spcAft>
              <a:buSzPts val="3000"/>
              <a:buNone/>
              <a:defRPr>
                <a:latin typeface="Rajdhani Medium"/>
                <a:ea typeface="Rajdhani Medium"/>
                <a:cs typeface="Rajdhani Medium"/>
                <a:sym typeface="Rajdhani Medium"/>
              </a:defRPr>
            </a:lvl8pPr>
            <a:lvl9pPr lvl="8" rtl="0">
              <a:spcBef>
                <a:spcPts val="0"/>
              </a:spcBef>
              <a:spcAft>
                <a:spcPts val="0"/>
              </a:spcAft>
              <a:buSzPts val="3000"/>
              <a:buNone/>
              <a:defRPr>
                <a:latin typeface="Rajdhani Medium"/>
                <a:ea typeface="Rajdhani Medium"/>
                <a:cs typeface="Rajdhani Medium"/>
                <a:sym typeface="Rajdhani Medium"/>
              </a:defRPr>
            </a:lvl9pPr>
          </a:lstStyle>
          <a:p/>
        </p:txBody>
      </p:sp>
      <p:sp>
        <p:nvSpPr>
          <p:cNvPr id="505" name="Google Shape;505;p15"/>
          <p:cNvSpPr/>
          <p:nvPr/>
        </p:nvSpPr>
        <p:spPr>
          <a:xfrm rot="5400000">
            <a:off x="-1138150" y="3541250"/>
            <a:ext cx="2902500" cy="296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6" name="Google Shape;506;p15"/>
          <p:cNvGrpSpPr/>
          <p:nvPr/>
        </p:nvGrpSpPr>
        <p:grpSpPr>
          <a:xfrm rot="5400000">
            <a:off x="-700000" y="3345450"/>
            <a:ext cx="2026200" cy="78000"/>
            <a:chOff x="6727425" y="4608275"/>
            <a:chExt cx="2026200" cy="78000"/>
          </a:xfrm>
        </p:grpSpPr>
        <p:sp>
          <p:nvSpPr>
            <p:cNvPr id="507" name="Google Shape;507;p15"/>
            <p:cNvSpPr/>
            <p:nvPr/>
          </p:nvSpPr>
          <p:spPr>
            <a:xfrm>
              <a:off x="67274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5"/>
            <p:cNvSpPr/>
            <p:nvPr/>
          </p:nvSpPr>
          <p:spPr>
            <a:xfrm>
              <a:off x="70521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5"/>
            <p:cNvSpPr/>
            <p:nvPr/>
          </p:nvSpPr>
          <p:spPr>
            <a:xfrm>
              <a:off x="73768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5"/>
            <p:cNvSpPr/>
            <p:nvPr/>
          </p:nvSpPr>
          <p:spPr>
            <a:xfrm>
              <a:off x="77015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5"/>
            <p:cNvSpPr/>
            <p:nvPr/>
          </p:nvSpPr>
          <p:spPr>
            <a:xfrm>
              <a:off x="80262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5"/>
            <p:cNvSpPr/>
            <p:nvPr/>
          </p:nvSpPr>
          <p:spPr>
            <a:xfrm>
              <a:off x="83509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5"/>
            <p:cNvSpPr/>
            <p:nvPr/>
          </p:nvSpPr>
          <p:spPr>
            <a:xfrm>
              <a:off x="86756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4" name="Google Shape;514;p15"/>
          <p:cNvSpPr/>
          <p:nvPr/>
        </p:nvSpPr>
        <p:spPr>
          <a:xfrm rot="-5400000">
            <a:off x="6615225" y="3363025"/>
            <a:ext cx="322500" cy="302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5"/>
          <p:cNvSpPr/>
          <p:nvPr/>
        </p:nvSpPr>
        <p:spPr>
          <a:xfrm flipH="1">
            <a:off x="7667375" y="3698800"/>
            <a:ext cx="1484100" cy="1444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5"/>
          <p:cNvSpPr/>
          <p:nvPr/>
        </p:nvSpPr>
        <p:spPr>
          <a:xfrm flipH="1">
            <a:off x="8051375" y="4072420"/>
            <a:ext cx="1100100" cy="10710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7" name="Google Shape;517;p15"/>
          <p:cNvGrpSpPr/>
          <p:nvPr/>
        </p:nvGrpSpPr>
        <p:grpSpPr>
          <a:xfrm>
            <a:off x="4119650" y="4834225"/>
            <a:ext cx="2026200" cy="78000"/>
            <a:chOff x="6727425" y="4608275"/>
            <a:chExt cx="2026200" cy="78000"/>
          </a:xfrm>
        </p:grpSpPr>
        <p:sp>
          <p:nvSpPr>
            <p:cNvPr id="518" name="Google Shape;518;p15"/>
            <p:cNvSpPr/>
            <p:nvPr/>
          </p:nvSpPr>
          <p:spPr>
            <a:xfrm>
              <a:off x="67274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5"/>
            <p:cNvSpPr/>
            <p:nvPr/>
          </p:nvSpPr>
          <p:spPr>
            <a:xfrm>
              <a:off x="70521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5"/>
            <p:cNvSpPr/>
            <p:nvPr/>
          </p:nvSpPr>
          <p:spPr>
            <a:xfrm>
              <a:off x="73768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5"/>
            <p:cNvSpPr/>
            <p:nvPr/>
          </p:nvSpPr>
          <p:spPr>
            <a:xfrm>
              <a:off x="77015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5"/>
            <p:cNvSpPr/>
            <p:nvPr/>
          </p:nvSpPr>
          <p:spPr>
            <a:xfrm>
              <a:off x="80262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5"/>
            <p:cNvSpPr/>
            <p:nvPr/>
          </p:nvSpPr>
          <p:spPr>
            <a:xfrm>
              <a:off x="83509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5"/>
            <p:cNvSpPr/>
            <p:nvPr/>
          </p:nvSpPr>
          <p:spPr>
            <a:xfrm>
              <a:off x="86756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
  <p:cSld name="CUSTOM_4">
    <p:spTree>
      <p:nvGrpSpPr>
        <p:cNvPr id="525" name="Shape 525"/>
        <p:cNvGrpSpPr/>
        <p:nvPr/>
      </p:nvGrpSpPr>
      <p:grpSpPr>
        <a:xfrm>
          <a:off x="0" y="0"/>
          <a:ext cx="0" cy="0"/>
          <a:chOff x="0" y="0"/>
          <a:chExt cx="0" cy="0"/>
        </a:xfrm>
      </p:grpSpPr>
      <p:sp>
        <p:nvSpPr>
          <p:cNvPr id="526" name="Google Shape;526;p16"/>
          <p:cNvSpPr txBox="1"/>
          <p:nvPr>
            <p:ph hasCustomPrompt="1" type="title"/>
          </p:nvPr>
        </p:nvSpPr>
        <p:spPr>
          <a:xfrm>
            <a:off x="1023875" y="1037924"/>
            <a:ext cx="3376200" cy="825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0000"/>
              <a:buNone/>
              <a:defRPr sz="4800">
                <a:solidFill>
                  <a:schemeClr val="accent1"/>
                </a:solidFill>
              </a:defRPr>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527" name="Google Shape;527;p16"/>
          <p:cNvSpPr txBox="1"/>
          <p:nvPr>
            <p:ph idx="1" type="subTitle"/>
          </p:nvPr>
        </p:nvSpPr>
        <p:spPr>
          <a:xfrm>
            <a:off x="1023875" y="1863703"/>
            <a:ext cx="3376200" cy="423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
              <a:buNone/>
              <a:defRPr sz="1600">
                <a:latin typeface="Albert Sans Medium"/>
                <a:ea typeface="Albert Sans Medium"/>
                <a:cs typeface="Albert Sans Medium"/>
                <a:sym typeface="Albert Sans Medium"/>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528" name="Google Shape;528;p16"/>
          <p:cNvSpPr txBox="1"/>
          <p:nvPr>
            <p:ph hasCustomPrompt="1" idx="2" type="title"/>
          </p:nvPr>
        </p:nvSpPr>
        <p:spPr>
          <a:xfrm>
            <a:off x="4743925" y="1037924"/>
            <a:ext cx="3376200" cy="825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0000"/>
              <a:buNone/>
              <a:defRPr sz="4800"/>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529" name="Google Shape;529;p16"/>
          <p:cNvSpPr txBox="1"/>
          <p:nvPr>
            <p:ph idx="3" type="subTitle"/>
          </p:nvPr>
        </p:nvSpPr>
        <p:spPr>
          <a:xfrm>
            <a:off x="4743925" y="1863703"/>
            <a:ext cx="3376200" cy="423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
              <a:buNone/>
              <a:defRPr sz="1600">
                <a:latin typeface="Albert Sans Medium"/>
                <a:ea typeface="Albert Sans Medium"/>
                <a:cs typeface="Albert Sans Medium"/>
                <a:sym typeface="Albert Sans Medium"/>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530" name="Google Shape;530;p16"/>
          <p:cNvSpPr txBox="1"/>
          <p:nvPr>
            <p:ph hasCustomPrompt="1" idx="4" type="title"/>
          </p:nvPr>
        </p:nvSpPr>
        <p:spPr>
          <a:xfrm>
            <a:off x="4743925" y="2856499"/>
            <a:ext cx="3376200" cy="825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0000"/>
              <a:buNone/>
              <a:defRPr sz="4800"/>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531" name="Google Shape;531;p16"/>
          <p:cNvSpPr txBox="1"/>
          <p:nvPr>
            <p:ph idx="5" type="subTitle"/>
          </p:nvPr>
        </p:nvSpPr>
        <p:spPr>
          <a:xfrm>
            <a:off x="4743925" y="3682278"/>
            <a:ext cx="3376200" cy="423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
              <a:buNone/>
              <a:defRPr sz="1600">
                <a:latin typeface="Albert Sans Medium"/>
                <a:ea typeface="Albert Sans Medium"/>
                <a:cs typeface="Albert Sans Medium"/>
                <a:sym typeface="Albert Sans Medium"/>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532" name="Google Shape;532;p16"/>
          <p:cNvSpPr txBox="1"/>
          <p:nvPr>
            <p:ph hasCustomPrompt="1" idx="6" type="title"/>
          </p:nvPr>
        </p:nvSpPr>
        <p:spPr>
          <a:xfrm>
            <a:off x="1023875" y="2856499"/>
            <a:ext cx="3376200" cy="825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0000"/>
              <a:buNone/>
              <a:defRPr sz="4800"/>
            </a:lvl1pPr>
            <a:lvl2pPr lvl="1" rtl="0" algn="ctr">
              <a:spcBef>
                <a:spcPts val="0"/>
              </a:spcBef>
              <a:spcAft>
                <a:spcPts val="0"/>
              </a:spcAft>
              <a:buSzPts val="10000"/>
              <a:buNone/>
              <a:defRPr sz="10000"/>
            </a:lvl2pPr>
            <a:lvl3pPr lvl="2" rtl="0" algn="ctr">
              <a:spcBef>
                <a:spcPts val="0"/>
              </a:spcBef>
              <a:spcAft>
                <a:spcPts val="0"/>
              </a:spcAft>
              <a:buSzPts val="10000"/>
              <a:buNone/>
              <a:defRPr sz="10000"/>
            </a:lvl3pPr>
            <a:lvl4pPr lvl="3" rtl="0" algn="ctr">
              <a:spcBef>
                <a:spcPts val="0"/>
              </a:spcBef>
              <a:spcAft>
                <a:spcPts val="0"/>
              </a:spcAft>
              <a:buSzPts val="10000"/>
              <a:buNone/>
              <a:defRPr sz="10000"/>
            </a:lvl4pPr>
            <a:lvl5pPr lvl="4" rtl="0" algn="ctr">
              <a:spcBef>
                <a:spcPts val="0"/>
              </a:spcBef>
              <a:spcAft>
                <a:spcPts val="0"/>
              </a:spcAft>
              <a:buSzPts val="10000"/>
              <a:buNone/>
              <a:defRPr sz="10000"/>
            </a:lvl5pPr>
            <a:lvl6pPr lvl="5" rtl="0" algn="ctr">
              <a:spcBef>
                <a:spcPts val="0"/>
              </a:spcBef>
              <a:spcAft>
                <a:spcPts val="0"/>
              </a:spcAft>
              <a:buSzPts val="10000"/>
              <a:buNone/>
              <a:defRPr sz="10000"/>
            </a:lvl6pPr>
            <a:lvl7pPr lvl="6" rtl="0" algn="ctr">
              <a:spcBef>
                <a:spcPts val="0"/>
              </a:spcBef>
              <a:spcAft>
                <a:spcPts val="0"/>
              </a:spcAft>
              <a:buSzPts val="10000"/>
              <a:buNone/>
              <a:defRPr sz="10000"/>
            </a:lvl7pPr>
            <a:lvl8pPr lvl="7" rtl="0" algn="ctr">
              <a:spcBef>
                <a:spcPts val="0"/>
              </a:spcBef>
              <a:spcAft>
                <a:spcPts val="0"/>
              </a:spcAft>
              <a:buSzPts val="10000"/>
              <a:buNone/>
              <a:defRPr sz="10000"/>
            </a:lvl8pPr>
            <a:lvl9pPr lvl="8" rtl="0" algn="ctr">
              <a:spcBef>
                <a:spcPts val="0"/>
              </a:spcBef>
              <a:spcAft>
                <a:spcPts val="0"/>
              </a:spcAft>
              <a:buSzPts val="10000"/>
              <a:buNone/>
              <a:defRPr sz="10000"/>
            </a:lvl9pPr>
          </a:lstStyle>
          <a:p>
            <a:r>
              <a:t>xx%</a:t>
            </a:r>
          </a:p>
        </p:txBody>
      </p:sp>
      <p:sp>
        <p:nvSpPr>
          <p:cNvPr id="533" name="Google Shape;533;p16"/>
          <p:cNvSpPr txBox="1"/>
          <p:nvPr>
            <p:ph idx="7" type="subTitle"/>
          </p:nvPr>
        </p:nvSpPr>
        <p:spPr>
          <a:xfrm>
            <a:off x="1023875" y="3682278"/>
            <a:ext cx="3376200" cy="423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200"/>
              <a:buNone/>
              <a:defRPr sz="1600">
                <a:latin typeface="Albert Sans Medium"/>
                <a:ea typeface="Albert Sans Medium"/>
                <a:cs typeface="Albert Sans Medium"/>
                <a:sym typeface="Albert Sans Medium"/>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534" name="Google Shape;534;p16"/>
          <p:cNvSpPr/>
          <p:nvPr/>
        </p:nvSpPr>
        <p:spPr>
          <a:xfrm>
            <a:off x="8598225" y="0"/>
            <a:ext cx="322500" cy="4792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6"/>
          <p:cNvSpPr/>
          <p:nvPr/>
        </p:nvSpPr>
        <p:spPr>
          <a:xfrm rot="-5400000">
            <a:off x="7432125" y="3626513"/>
            <a:ext cx="290700" cy="2041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6"/>
          <p:cNvSpPr/>
          <p:nvPr/>
        </p:nvSpPr>
        <p:spPr>
          <a:xfrm>
            <a:off x="-675" y="3335400"/>
            <a:ext cx="1857300" cy="180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6"/>
          <p:cNvSpPr/>
          <p:nvPr/>
        </p:nvSpPr>
        <p:spPr>
          <a:xfrm>
            <a:off x="-675" y="3803000"/>
            <a:ext cx="1377000" cy="13404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6"/>
          <p:cNvSpPr/>
          <p:nvPr/>
        </p:nvSpPr>
        <p:spPr>
          <a:xfrm>
            <a:off x="541400" y="4326800"/>
            <a:ext cx="292800" cy="292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9" name="Google Shape;539;p16"/>
          <p:cNvGrpSpPr/>
          <p:nvPr/>
        </p:nvGrpSpPr>
        <p:grpSpPr>
          <a:xfrm>
            <a:off x="5346325" y="4608275"/>
            <a:ext cx="2026200" cy="78000"/>
            <a:chOff x="6727425" y="4608275"/>
            <a:chExt cx="2026200" cy="78000"/>
          </a:xfrm>
        </p:grpSpPr>
        <p:sp>
          <p:nvSpPr>
            <p:cNvPr id="540" name="Google Shape;540;p16"/>
            <p:cNvSpPr/>
            <p:nvPr/>
          </p:nvSpPr>
          <p:spPr>
            <a:xfrm>
              <a:off x="67274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6"/>
            <p:cNvSpPr/>
            <p:nvPr/>
          </p:nvSpPr>
          <p:spPr>
            <a:xfrm>
              <a:off x="70521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6"/>
            <p:cNvSpPr/>
            <p:nvPr/>
          </p:nvSpPr>
          <p:spPr>
            <a:xfrm>
              <a:off x="73768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6"/>
            <p:cNvSpPr/>
            <p:nvPr/>
          </p:nvSpPr>
          <p:spPr>
            <a:xfrm>
              <a:off x="77015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6"/>
            <p:cNvSpPr/>
            <p:nvPr/>
          </p:nvSpPr>
          <p:spPr>
            <a:xfrm>
              <a:off x="80262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6"/>
            <p:cNvSpPr/>
            <p:nvPr/>
          </p:nvSpPr>
          <p:spPr>
            <a:xfrm>
              <a:off x="83509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6"/>
            <p:cNvSpPr/>
            <p:nvPr/>
          </p:nvSpPr>
          <p:spPr>
            <a:xfrm>
              <a:off x="86756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7" name="Google Shape;547;p16"/>
          <p:cNvGrpSpPr/>
          <p:nvPr/>
        </p:nvGrpSpPr>
        <p:grpSpPr>
          <a:xfrm>
            <a:off x="-372325" y="-64950"/>
            <a:ext cx="7124450" cy="668900"/>
            <a:chOff x="-372325" y="-64950"/>
            <a:chExt cx="7124450" cy="668900"/>
          </a:xfrm>
        </p:grpSpPr>
        <p:sp>
          <p:nvSpPr>
            <p:cNvPr id="548" name="Google Shape;548;p16"/>
            <p:cNvSpPr/>
            <p:nvPr/>
          </p:nvSpPr>
          <p:spPr>
            <a:xfrm>
              <a:off x="-3723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6"/>
            <p:cNvSpPr/>
            <p:nvPr/>
          </p:nvSpPr>
          <p:spPr>
            <a:xfrm>
              <a:off x="-197100" y="-64950"/>
              <a:ext cx="508300" cy="668900"/>
            </a:xfrm>
            <a:custGeom>
              <a:rect b="b" l="l" r="r" t="t"/>
              <a:pathLst>
                <a:path extrusionOk="0" h="26756" w="20332">
                  <a:moveTo>
                    <a:pt x="19277"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6"/>
            <p:cNvSpPr/>
            <p:nvPr/>
          </p:nvSpPr>
          <p:spPr>
            <a:xfrm>
              <a:off x="-223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6"/>
            <p:cNvSpPr/>
            <p:nvPr/>
          </p:nvSpPr>
          <p:spPr>
            <a:xfrm>
              <a:off x="15242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6"/>
            <p:cNvSpPr/>
            <p:nvPr/>
          </p:nvSpPr>
          <p:spPr>
            <a:xfrm>
              <a:off x="327675"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6"/>
            <p:cNvSpPr/>
            <p:nvPr/>
          </p:nvSpPr>
          <p:spPr>
            <a:xfrm>
              <a:off x="502425" y="-64950"/>
              <a:ext cx="508800" cy="668900"/>
            </a:xfrm>
            <a:custGeom>
              <a:rect b="b" l="l" r="r" t="t"/>
              <a:pathLst>
                <a:path extrusionOk="0" h="26756" w="20352">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6"/>
            <p:cNvSpPr/>
            <p:nvPr/>
          </p:nvSpPr>
          <p:spPr>
            <a:xfrm>
              <a:off x="677675"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6"/>
            <p:cNvSpPr/>
            <p:nvPr/>
          </p:nvSpPr>
          <p:spPr>
            <a:xfrm>
              <a:off x="852450" y="-64950"/>
              <a:ext cx="508300" cy="668900"/>
            </a:xfrm>
            <a:custGeom>
              <a:rect b="b" l="l" r="r" t="t"/>
              <a:pathLst>
                <a:path extrusionOk="0" h="26756" w="20332">
                  <a:moveTo>
                    <a:pt x="19295"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6"/>
            <p:cNvSpPr/>
            <p:nvPr/>
          </p:nvSpPr>
          <p:spPr>
            <a:xfrm>
              <a:off x="1027675" y="-64950"/>
              <a:ext cx="508300" cy="668900"/>
            </a:xfrm>
            <a:custGeom>
              <a:rect b="b" l="l" r="r" t="t"/>
              <a:pathLst>
                <a:path extrusionOk="0" h="26756" w="20332">
                  <a:moveTo>
                    <a:pt x="19277" y="0"/>
                  </a:moveTo>
                  <a:lnTo>
                    <a:pt x="1"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6"/>
            <p:cNvSpPr/>
            <p:nvPr/>
          </p:nvSpPr>
          <p:spPr>
            <a:xfrm>
              <a:off x="1202450" y="-64950"/>
              <a:ext cx="508300" cy="668900"/>
            </a:xfrm>
            <a:custGeom>
              <a:rect b="b" l="l" r="r" t="t"/>
              <a:pathLst>
                <a:path extrusionOk="0" h="26756" w="20332">
                  <a:moveTo>
                    <a:pt x="19295"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6"/>
            <p:cNvSpPr/>
            <p:nvPr/>
          </p:nvSpPr>
          <p:spPr>
            <a:xfrm>
              <a:off x="1377675" y="-64950"/>
              <a:ext cx="508325" cy="668900"/>
            </a:xfrm>
            <a:custGeom>
              <a:rect b="b" l="l" r="r" t="t"/>
              <a:pathLst>
                <a:path extrusionOk="0" h="26756" w="20333">
                  <a:moveTo>
                    <a:pt x="19277" y="0"/>
                  </a:moveTo>
                  <a:lnTo>
                    <a:pt x="1"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6"/>
            <p:cNvSpPr/>
            <p:nvPr/>
          </p:nvSpPr>
          <p:spPr>
            <a:xfrm>
              <a:off x="1552450"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6"/>
            <p:cNvSpPr/>
            <p:nvPr/>
          </p:nvSpPr>
          <p:spPr>
            <a:xfrm>
              <a:off x="1727225" y="-64950"/>
              <a:ext cx="508775" cy="668900"/>
            </a:xfrm>
            <a:custGeom>
              <a:rect b="b" l="l" r="r" t="t"/>
              <a:pathLst>
                <a:path extrusionOk="0" h="26756" w="20351">
                  <a:moveTo>
                    <a:pt x="19295" y="0"/>
                  </a:moveTo>
                  <a:lnTo>
                    <a:pt x="0" y="26756"/>
                  </a:lnTo>
                  <a:lnTo>
                    <a:pt x="1055" y="26756"/>
                  </a:lnTo>
                  <a:lnTo>
                    <a:pt x="2035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6"/>
            <p:cNvSpPr/>
            <p:nvPr/>
          </p:nvSpPr>
          <p:spPr>
            <a:xfrm>
              <a:off x="188597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6"/>
            <p:cNvSpPr/>
            <p:nvPr/>
          </p:nvSpPr>
          <p:spPr>
            <a:xfrm>
              <a:off x="206072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6"/>
            <p:cNvSpPr/>
            <p:nvPr/>
          </p:nvSpPr>
          <p:spPr>
            <a:xfrm>
              <a:off x="2235975"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6"/>
            <p:cNvSpPr/>
            <p:nvPr/>
          </p:nvSpPr>
          <p:spPr>
            <a:xfrm>
              <a:off x="2410725" y="-64950"/>
              <a:ext cx="508325" cy="668900"/>
            </a:xfrm>
            <a:custGeom>
              <a:rect b="b" l="l" r="r" t="t"/>
              <a:pathLst>
                <a:path extrusionOk="0" h="26756" w="20333">
                  <a:moveTo>
                    <a:pt x="19296"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6"/>
            <p:cNvSpPr/>
            <p:nvPr/>
          </p:nvSpPr>
          <p:spPr>
            <a:xfrm>
              <a:off x="2585975" y="-64950"/>
              <a:ext cx="508300" cy="668900"/>
            </a:xfrm>
            <a:custGeom>
              <a:rect b="b" l="l" r="r" t="t"/>
              <a:pathLst>
                <a:path extrusionOk="0" h="26756" w="20332">
                  <a:moveTo>
                    <a:pt x="19276"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6"/>
            <p:cNvSpPr/>
            <p:nvPr/>
          </p:nvSpPr>
          <p:spPr>
            <a:xfrm>
              <a:off x="27607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6"/>
            <p:cNvSpPr/>
            <p:nvPr/>
          </p:nvSpPr>
          <p:spPr>
            <a:xfrm>
              <a:off x="29355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6"/>
            <p:cNvSpPr/>
            <p:nvPr/>
          </p:nvSpPr>
          <p:spPr>
            <a:xfrm>
              <a:off x="31107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6"/>
            <p:cNvSpPr/>
            <p:nvPr/>
          </p:nvSpPr>
          <p:spPr>
            <a:xfrm>
              <a:off x="32855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6"/>
            <p:cNvSpPr/>
            <p:nvPr/>
          </p:nvSpPr>
          <p:spPr>
            <a:xfrm>
              <a:off x="3460750"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6"/>
            <p:cNvSpPr/>
            <p:nvPr/>
          </p:nvSpPr>
          <p:spPr>
            <a:xfrm>
              <a:off x="3635500" y="-64950"/>
              <a:ext cx="508800" cy="668900"/>
            </a:xfrm>
            <a:custGeom>
              <a:rect b="b" l="l" r="r" t="t"/>
              <a:pathLst>
                <a:path extrusionOk="0" h="26756" w="20352">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6"/>
            <p:cNvSpPr/>
            <p:nvPr/>
          </p:nvSpPr>
          <p:spPr>
            <a:xfrm>
              <a:off x="3810750"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6"/>
            <p:cNvSpPr/>
            <p:nvPr/>
          </p:nvSpPr>
          <p:spPr>
            <a:xfrm>
              <a:off x="3985525" y="-64950"/>
              <a:ext cx="508300" cy="668900"/>
            </a:xfrm>
            <a:custGeom>
              <a:rect b="b" l="l" r="r" t="t"/>
              <a:pathLst>
                <a:path extrusionOk="0" h="26756" w="20332">
                  <a:moveTo>
                    <a:pt x="19295"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6"/>
            <p:cNvSpPr/>
            <p:nvPr/>
          </p:nvSpPr>
          <p:spPr>
            <a:xfrm>
              <a:off x="4144275" y="-64950"/>
              <a:ext cx="508300" cy="668900"/>
            </a:xfrm>
            <a:custGeom>
              <a:rect b="b" l="l" r="r" t="t"/>
              <a:pathLst>
                <a:path extrusionOk="0" h="26756" w="20332">
                  <a:moveTo>
                    <a:pt x="19276" y="0"/>
                  </a:moveTo>
                  <a:lnTo>
                    <a:pt x="0" y="26756"/>
                  </a:lnTo>
                  <a:lnTo>
                    <a:pt x="1036"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6"/>
            <p:cNvSpPr/>
            <p:nvPr/>
          </p:nvSpPr>
          <p:spPr>
            <a:xfrm>
              <a:off x="4319025"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6"/>
            <p:cNvSpPr/>
            <p:nvPr/>
          </p:nvSpPr>
          <p:spPr>
            <a:xfrm>
              <a:off x="4493800" y="-64950"/>
              <a:ext cx="508775" cy="668900"/>
            </a:xfrm>
            <a:custGeom>
              <a:rect b="b" l="l" r="r" t="t"/>
              <a:pathLst>
                <a:path extrusionOk="0" h="26756" w="20351">
                  <a:moveTo>
                    <a:pt x="19295" y="0"/>
                  </a:moveTo>
                  <a:lnTo>
                    <a:pt x="0"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6"/>
            <p:cNvSpPr/>
            <p:nvPr/>
          </p:nvSpPr>
          <p:spPr>
            <a:xfrm>
              <a:off x="4669025"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6"/>
            <p:cNvSpPr/>
            <p:nvPr/>
          </p:nvSpPr>
          <p:spPr>
            <a:xfrm>
              <a:off x="48438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6"/>
            <p:cNvSpPr/>
            <p:nvPr/>
          </p:nvSpPr>
          <p:spPr>
            <a:xfrm>
              <a:off x="50190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6"/>
            <p:cNvSpPr/>
            <p:nvPr/>
          </p:nvSpPr>
          <p:spPr>
            <a:xfrm>
              <a:off x="5193800" y="-64950"/>
              <a:ext cx="508300" cy="668900"/>
            </a:xfrm>
            <a:custGeom>
              <a:rect b="b" l="l" r="r" t="t"/>
              <a:pathLst>
                <a:path extrusionOk="0" h="26756" w="20332">
                  <a:moveTo>
                    <a:pt x="19296"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6"/>
            <p:cNvSpPr/>
            <p:nvPr/>
          </p:nvSpPr>
          <p:spPr>
            <a:xfrm>
              <a:off x="5369050"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6"/>
            <p:cNvSpPr/>
            <p:nvPr/>
          </p:nvSpPr>
          <p:spPr>
            <a:xfrm>
              <a:off x="5543800"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6"/>
            <p:cNvSpPr/>
            <p:nvPr/>
          </p:nvSpPr>
          <p:spPr>
            <a:xfrm>
              <a:off x="5719050" y="-64950"/>
              <a:ext cx="508300" cy="668900"/>
            </a:xfrm>
            <a:custGeom>
              <a:rect b="b" l="l" r="r" t="t"/>
              <a:pathLst>
                <a:path extrusionOk="0" h="26756" w="20332">
                  <a:moveTo>
                    <a:pt x="19276"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6"/>
            <p:cNvSpPr/>
            <p:nvPr/>
          </p:nvSpPr>
          <p:spPr>
            <a:xfrm>
              <a:off x="58938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6"/>
            <p:cNvSpPr/>
            <p:nvPr/>
          </p:nvSpPr>
          <p:spPr>
            <a:xfrm>
              <a:off x="606857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6"/>
            <p:cNvSpPr/>
            <p:nvPr/>
          </p:nvSpPr>
          <p:spPr>
            <a:xfrm>
              <a:off x="62438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2">
    <p:spTree>
      <p:nvGrpSpPr>
        <p:cNvPr id="587" name="Shape 587"/>
        <p:cNvGrpSpPr/>
        <p:nvPr/>
      </p:nvGrpSpPr>
      <p:grpSpPr>
        <a:xfrm>
          <a:off x="0" y="0"/>
          <a:ext cx="0" cy="0"/>
          <a:chOff x="0" y="0"/>
          <a:chExt cx="0" cy="0"/>
        </a:xfrm>
      </p:grpSpPr>
      <p:sp>
        <p:nvSpPr>
          <p:cNvPr id="588" name="Google Shape;588;p17"/>
          <p:cNvSpPr txBox="1"/>
          <p:nvPr>
            <p:ph type="title"/>
          </p:nvPr>
        </p:nvSpPr>
        <p:spPr>
          <a:xfrm>
            <a:off x="3554820" y="3660628"/>
            <a:ext cx="3246000" cy="3936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3000"/>
              <a:buNone/>
              <a:defRPr sz="22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589" name="Google Shape;589;p17"/>
          <p:cNvSpPr txBox="1"/>
          <p:nvPr>
            <p:ph idx="2" type="title"/>
          </p:nvPr>
        </p:nvSpPr>
        <p:spPr>
          <a:xfrm>
            <a:off x="3549897" y="2502508"/>
            <a:ext cx="3246000" cy="3936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3000"/>
              <a:buNone/>
              <a:defRPr sz="22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590" name="Google Shape;590;p17"/>
          <p:cNvSpPr txBox="1"/>
          <p:nvPr>
            <p:ph idx="1" type="subTitle"/>
          </p:nvPr>
        </p:nvSpPr>
        <p:spPr>
          <a:xfrm>
            <a:off x="3547416" y="1670875"/>
            <a:ext cx="3246000" cy="533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atin typeface="Albert Sans Medium"/>
                <a:ea typeface="Albert Sans Medium"/>
                <a:cs typeface="Albert Sans Medium"/>
                <a:sym typeface="Albert Sans Medium"/>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591" name="Google Shape;591;p17"/>
          <p:cNvSpPr txBox="1"/>
          <p:nvPr>
            <p:ph idx="3" type="subTitle"/>
          </p:nvPr>
        </p:nvSpPr>
        <p:spPr>
          <a:xfrm>
            <a:off x="3544950" y="2829002"/>
            <a:ext cx="3246000" cy="533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atin typeface="Albert Sans Medium"/>
                <a:ea typeface="Albert Sans Medium"/>
                <a:cs typeface="Albert Sans Medium"/>
                <a:sym typeface="Albert Sans Medium"/>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592" name="Google Shape;592;p17"/>
          <p:cNvSpPr txBox="1"/>
          <p:nvPr>
            <p:ph idx="4" type="title"/>
          </p:nvPr>
        </p:nvSpPr>
        <p:spPr>
          <a:xfrm>
            <a:off x="3552352" y="1344375"/>
            <a:ext cx="3246000" cy="3936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3000"/>
              <a:buNone/>
              <a:defRPr sz="22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593" name="Google Shape;593;p17"/>
          <p:cNvSpPr txBox="1"/>
          <p:nvPr>
            <p:ph idx="5" type="subTitle"/>
          </p:nvPr>
        </p:nvSpPr>
        <p:spPr>
          <a:xfrm>
            <a:off x="3549882" y="3987125"/>
            <a:ext cx="3246000" cy="5334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atin typeface="Albert Sans Medium"/>
                <a:ea typeface="Albert Sans Medium"/>
                <a:cs typeface="Albert Sans Medium"/>
                <a:sym typeface="Albert Sans Medium"/>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594" name="Google Shape;594;p17"/>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595" name="Google Shape;595;p17"/>
          <p:cNvGrpSpPr/>
          <p:nvPr/>
        </p:nvGrpSpPr>
        <p:grpSpPr>
          <a:xfrm rot="5400000">
            <a:off x="6903475" y="2237288"/>
            <a:ext cx="3991375" cy="668900"/>
            <a:chOff x="2760750" y="-64950"/>
            <a:chExt cx="3991375" cy="668900"/>
          </a:xfrm>
        </p:grpSpPr>
        <p:sp>
          <p:nvSpPr>
            <p:cNvPr id="596" name="Google Shape;596;p17"/>
            <p:cNvSpPr/>
            <p:nvPr/>
          </p:nvSpPr>
          <p:spPr>
            <a:xfrm>
              <a:off x="27607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7"/>
            <p:cNvSpPr/>
            <p:nvPr/>
          </p:nvSpPr>
          <p:spPr>
            <a:xfrm>
              <a:off x="29355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7"/>
            <p:cNvSpPr/>
            <p:nvPr/>
          </p:nvSpPr>
          <p:spPr>
            <a:xfrm>
              <a:off x="31107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7"/>
            <p:cNvSpPr/>
            <p:nvPr/>
          </p:nvSpPr>
          <p:spPr>
            <a:xfrm>
              <a:off x="32855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7"/>
            <p:cNvSpPr/>
            <p:nvPr/>
          </p:nvSpPr>
          <p:spPr>
            <a:xfrm>
              <a:off x="3460750"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7"/>
            <p:cNvSpPr/>
            <p:nvPr/>
          </p:nvSpPr>
          <p:spPr>
            <a:xfrm>
              <a:off x="3635500" y="-64950"/>
              <a:ext cx="508800" cy="668900"/>
            </a:xfrm>
            <a:custGeom>
              <a:rect b="b" l="l" r="r" t="t"/>
              <a:pathLst>
                <a:path extrusionOk="0" h="26756" w="20352">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7"/>
            <p:cNvSpPr/>
            <p:nvPr/>
          </p:nvSpPr>
          <p:spPr>
            <a:xfrm>
              <a:off x="3810750"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7"/>
            <p:cNvSpPr/>
            <p:nvPr/>
          </p:nvSpPr>
          <p:spPr>
            <a:xfrm>
              <a:off x="3985525" y="-64950"/>
              <a:ext cx="508300" cy="668900"/>
            </a:xfrm>
            <a:custGeom>
              <a:rect b="b" l="l" r="r" t="t"/>
              <a:pathLst>
                <a:path extrusionOk="0" h="26756" w="20332">
                  <a:moveTo>
                    <a:pt x="19295"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7"/>
            <p:cNvSpPr/>
            <p:nvPr/>
          </p:nvSpPr>
          <p:spPr>
            <a:xfrm>
              <a:off x="4144275" y="-64950"/>
              <a:ext cx="508300" cy="668900"/>
            </a:xfrm>
            <a:custGeom>
              <a:rect b="b" l="l" r="r" t="t"/>
              <a:pathLst>
                <a:path extrusionOk="0" h="26756" w="20332">
                  <a:moveTo>
                    <a:pt x="19276" y="0"/>
                  </a:moveTo>
                  <a:lnTo>
                    <a:pt x="0" y="26756"/>
                  </a:lnTo>
                  <a:lnTo>
                    <a:pt x="1036"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7"/>
            <p:cNvSpPr/>
            <p:nvPr/>
          </p:nvSpPr>
          <p:spPr>
            <a:xfrm>
              <a:off x="4319025"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7"/>
            <p:cNvSpPr/>
            <p:nvPr/>
          </p:nvSpPr>
          <p:spPr>
            <a:xfrm>
              <a:off x="4493800" y="-64950"/>
              <a:ext cx="508775" cy="668900"/>
            </a:xfrm>
            <a:custGeom>
              <a:rect b="b" l="l" r="r" t="t"/>
              <a:pathLst>
                <a:path extrusionOk="0" h="26756" w="20351">
                  <a:moveTo>
                    <a:pt x="19295" y="0"/>
                  </a:moveTo>
                  <a:lnTo>
                    <a:pt x="0"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7"/>
            <p:cNvSpPr/>
            <p:nvPr/>
          </p:nvSpPr>
          <p:spPr>
            <a:xfrm>
              <a:off x="4669025"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7"/>
            <p:cNvSpPr/>
            <p:nvPr/>
          </p:nvSpPr>
          <p:spPr>
            <a:xfrm>
              <a:off x="48438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7"/>
            <p:cNvSpPr/>
            <p:nvPr/>
          </p:nvSpPr>
          <p:spPr>
            <a:xfrm>
              <a:off x="50190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7"/>
            <p:cNvSpPr/>
            <p:nvPr/>
          </p:nvSpPr>
          <p:spPr>
            <a:xfrm>
              <a:off x="5193800" y="-64950"/>
              <a:ext cx="508300" cy="668900"/>
            </a:xfrm>
            <a:custGeom>
              <a:rect b="b" l="l" r="r" t="t"/>
              <a:pathLst>
                <a:path extrusionOk="0" h="26756" w="20332">
                  <a:moveTo>
                    <a:pt x="19296"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7"/>
            <p:cNvSpPr/>
            <p:nvPr/>
          </p:nvSpPr>
          <p:spPr>
            <a:xfrm>
              <a:off x="5369050"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7"/>
            <p:cNvSpPr/>
            <p:nvPr/>
          </p:nvSpPr>
          <p:spPr>
            <a:xfrm>
              <a:off x="5543800"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7"/>
            <p:cNvSpPr/>
            <p:nvPr/>
          </p:nvSpPr>
          <p:spPr>
            <a:xfrm>
              <a:off x="5719050" y="-64950"/>
              <a:ext cx="508300" cy="668900"/>
            </a:xfrm>
            <a:custGeom>
              <a:rect b="b" l="l" r="r" t="t"/>
              <a:pathLst>
                <a:path extrusionOk="0" h="26756" w="20332">
                  <a:moveTo>
                    <a:pt x="19276"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7"/>
            <p:cNvSpPr/>
            <p:nvPr/>
          </p:nvSpPr>
          <p:spPr>
            <a:xfrm>
              <a:off x="58938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7"/>
            <p:cNvSpPr/>
            <p:nvPr/>
          </p:nvSpPr>
          <p:spPr>
            <a:xfrm>
              <a:off x="606857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7"/>
            <p:cNvSpPr/>
            <p:nvPr/>
          </p:nvSpPr>
          <p:spPr>
            <a:xfrm>
              <a:off x="62438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7" name="Google Shape;617;p17"/>
          <p:cNvSpPr/>
          <p:nvPr/>
        </p:nvSpPr>
        <p:spPr>
          <a:xfrm flipH="1">
            <a:off x="7294175" y="3335400"/>
            <a:ext cx="1857300" cy="180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2_1">
    <p:spTree>
      <p:nvGrpSpPr>
        <p:cNvPr id="618" name="Shape 618"/>
        <p:cNvGrpSpPr/>
        <p:nvPr/>
      </p:nvGrpSpPr>
      <p:grpSpPr>
        <a:xfrm>
          <a:off x="0" y="0"/>
          <a:ext cx="0" cy="0"/>
          <a:chOff x="0" y="0"/>
          <a:chExt cx="0" cy="0"/>
        </a:xfrm>
      </p:grpSpPr>
      <p:sp>
        <p:nvSpPr>
          <p:cNvPr id="619" name="Google Shape;619;p18"/>
          <p:cNvSpPr txBox="1"/>
          <p:nvPr>
            <p:ph type="title"/>
          </p:nvPr>
        </p:nvSpPr>
        <p:spPr>
          <a:xfrm>
            <a:off x="6078000" y="3476100"/>
            <a:ext cx="2287500" cy="393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23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620" name="Google Shape;620;p18"/>
          <p:cNvSpPr txBox="1"/>
          <p:nvPr>
            <p:ph idx="2" type="title"/>
          </p:nvPr>
        </p:nvSpPr>
        <p:spPr>
          <a:xfrm>
            <a:off x="3428256" y="3476100"/>
            <a:ext cx="2287500" cy="393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23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621" name="Google Shape;621;p18"/>
          <p:cNvSpPr txBox="1"/>
          <p:nvPr>
            <p:ph idx="1" type="subTitle"/>
          </p:nvPr>
        </p:nvSpPr>
        <p:spPr>
          <a:xfrm>
            <a:off x="778500" y="3820225"/>
            <a:ext cx="2287500" cy="7077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a:latin typeface="Albert Sans Medium"/>
                <a:ea typeface="Albert Sans Medium"/>
                <a:cs typeface="Albert Sans Medium"/>
                <a:sym typeface="Albert Sans Medium"/>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622" name="Google Shape;622;p18"/>
          <p:cNvSpPr txBox="1"/>
          <p:nvPr>
            <p:ph idx="3" type="subTitle"/>
          </p:nvPr>
        </p:nvSpPr>
        <p:spPr>
          <a:xfrm>
            <a:off x="3428250" y="3820225"/>
            <a:ext cx="2287500" cy="7077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a:latin typeface="Albert Sans Medium"/>
                <a:ea typeface="Albert Sans Medium"/>
                <a:cs typeface="Albert Sans Medium"/>
                <a:sym typeface="Albert Sans Medium"/>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623" name="Google Shape;623;p18"/>
          <p:cNvSpPr txBox="1"/>
          <p:nvPr>
            <p:ph idx="4" type="title"/>
          </p:nvPr>
        </p:nvSpPr>
        <p:spPr>
          <a:xfrm>
            <a:off x="778501" y="3476100"/>
            <a:ext cx="2287500" cy="393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23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624" name="Google Shape;624;p18"/>
          <p:cNvSpPr txBox="1"/>
          <p:nvPr>
            <p:ph idx="5" type="subTitle"/>
          </p:nvPr>
        </p:nvSpPr>
        <p:spPr>
          <a:xfrm>
            <a:off x="6078000" y="3820225"/>
            <a:ext cx="2287500" cy="707700"/>
          </a:xfrm>
          <a:prstGeom prst="rect">
            <a:avLst/>
          </a:prstGeom>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200"/>
              <a:buNone/>
              <a:defRPr>
                <a:latin typeface="Albert Sans Medium"/>
                <a:ea typeface="Albert Sans Medium"/>
                <a:cs typeface="Albert Sans Medium"/>
                <a:sym typeface="Albert Sans Medium"/>
              </a:defRPr>
            </a:lvl1pPr>
            <a:lvl2pPr lvl="1" rtl="0" algn="ctr">
              <a:spcBef>
                <a:spcPts val="0"/>
              </a:spcBef>
              <a:spcAft>
                <a:spcPts val="0"/>
              </a:spcAft>
              <a:buSzPts val="1200"/>
              <a:buNone/>
              <a:defRPr/>
            </a:lvl2pPr>
            <a:lvl3pPr lvl="2" rtl="0" algn="ctr">
              <a:spcBef>
                <a:spcPts val="0"/>
              </a:spcBef>
              <a:spcAft>
                <a:spcPts val="0"/>
              </a:spcAft>
              <a:buSzPts val="1200"/>
              <a:buNone/>
              <a:defRPr/>
            </a:lvl3pPr>
            <a:lvl4pPr lvl="3" rtl="0" algn="ctr">
              <a:spcBef>
                <a:spcPts val="0"/>
              </a:spcBef>
              <a:spcAft>
                <a:spcPts val="0"/>
              </a:spcAft>
              <a:buSzPts val="1200"/>
              <a:buNone/>
              <a:defRPr/>
            </a:lvl4pPr>
            <a:lvl5pPr lvl="4" rtl="0" algn="ctr">
              <a:spcBef>
                <a:spcPts val="0"/>
              </a:spcBef>
              <a:spcAft>
                <a:spcPts val="0"/>
              </a:spcAft>
              <a:buSzPts val="1200"/>
              <a:buNone/>
              <a:defRPr/>
            </a:lvl5pPr>
            <a:lvl6pPr lvl="5" rtl="0" algn="ctr">
              <a:spcBef>
                <a:spcPts val="0"/>
              </a:spcBef>
              <a:spcAft>
                <a:spcPts val="0"/>
              </a:spcAft>
              <a:buSzPts val="1200"/>
              <a:buNone/>
              <a:defRPr/>
            </a:lvl6pPr>
            <a:lvl7pPr lvl="6" rtl="0" algn="ctr">
              <a:spcBef>
                <a:spcPts val="0"/>
              </a:spcBef>
              <a:spcAft>
                <a:spcPts val="0"/>
              </a:spcAft>
              <a:buSzPts val="1200"/>
              <a:buNone/>
              <a:defRPr/>
            </a:lvl7pPr>
            <a:lvl8pPr lvl="7" rtl="0" algn="ctr">
              <a:spcBef>
                <a:spcPts val="0"/>
              </a:spcBef>
              <a:spcAft>
                <a:spcPts val="0"/>
              </a:spcAft>
              <a:buSzPts val="1200"/>
              <a:buNone/>
              <a:defRPr/>
            </a:lvl8pPr>
            <a:lvl9pPr lvl="8" rtl="0" algn="ctr">
              <a:spcBef>
                <a:spcPts val="0"/>
              </a:spcBef>
              <a:spcAft>
                <a:spcPts val="0"/>
              </a:spcAft>
              <a:buSzPts val="1200"/>
              <a:buNone/>
              <a:defRPr/>
            </a:lvl9pPr>
          </a:lstStyle>
          <a:p/>
        </p:txBody>
      </p:sp>
      <p:sp>
        <p:nvSpPr>
          <p:cNvPr id="625" name="Google Shape;625;p18"/>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26" name="Google Shape;626;p18"/>
          <p:cNvSpPr/>
          <p:nvPr/>
        </p:nvSpPr>
        <p:spPr>
          <a:xfrm rot="-5400000">
            <a:off x="7977900" y="3810863"/>
            <a:ext cx="290700" cy="2041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8"/>
          <p:cNvSpPr/>
          <p:nvPr/>
        </p:nvSpPr>
        <p:spPr>
          <a:xfrm>
            <a:off x="8821500" y="3271000"/>
            <a:ext cx="322500" cy="322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8"/>
          <p:cNvSpPr/>
          <p:nvPr/>
        </p:nvSpPr>
        <p:spPr>
          <a:xfrm>
            <a:off x="8821500" y="3593500"/>
            <a:ext cx="322500" cy="1092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9" name="Google Shape;629;p18"/>
          <p:cNvGrpSpPr/>
          <p:nvPr/>
        </p:nvGrpSpPr>
        <p:grpSpPr>
          <a:xfrm>
            <a:off x="5882875" y="4792625"/>
            <a:ext cx="2026200" cy="78000"/>
            <a:chOff x="6727425" y="4608275"/>
            <a:chExt cx="2026200" cy="78000"/>
          </a:xfrm>
        </p:grpSpPr>
        <p:sp>
          <p:nvSpPr>
            <p:cNvPr id="630" name="Google Shape;630;p18"/>
            <p:cNvSpPr/>
            <p:nvPr/>
          </p:nvSpPr>
          <p:spPr>
            <a:xfrm>
              <a:off x="67274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8"/>
            <p:cNvSpPr/>
            <p:nvPr/>
          </p:nvSpPr>
          <p:spPr>
            <a:xfrm>
              <a:off x="70521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8"/>
            <p:cNvSpPr/>
            <p:nvPr/>
          </p:nvSpPr>
          <p:spPr>
            <a:xfrm>
              <a:off x="73768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8"/>
            <p:cNvSpPr/>
            <p:nvPr/>
          </p:nvSpPr>
          <p:spPr>
            <a:xfrm>
              <a:off x="77015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8"/>
            <p:cNvSpPr/>
            <p:nvPr/>
          </p:nvSpPr>
          <p:spPr>
            <a:xfrm>
              <a:off x="80262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8"/>
            <p:cNvSpPr/>
            <p:nvPr/>
          </p:nvSpPr>
          <p:spPr>
            <a:xfrm>
              <a:off x="83509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8"/>
            <p:cNvSpPr/>
            <p:nvPr/>
          </p:nvSpPr>
          <p:spPr>
            <a:xfrm>
              <a:off x="8675625" y="4608275"/>
              <a:ext cx="78000" cy="78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7" name="Google Shape;637;p18"/>
          <p:cNvSpPr/>
          <p:nvPr/>
        </p:nvSpPr>
        <p:spPr>
          <a:xfrm>
            <a:off x="0" y="2533575"/>
            <a:ext cx="322500" cy="2610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8"/>
          <p:cNvSpPr/>
          <p:nvPr/>
        </p:nvSpPr>
        <p:spPr>
          <a:xfrm>
            <a:off x="0" y="1581075"/>
            <a:ext cx="589500" cy="952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6_1">
    <p:spTree>
      <p:nvGrpSpPr>
        <p:cNvPr id="639" name="Shape 639"/>
        <p:cNvGrpSpPr/>
        <p:nvPr/>
      </p:nvGrpSpPr>
      <p:grpSpPr>
        <a:xfrm>
          <a:off x="0" y="0"/>
          <a:ext cx="0" cy="0"/>
          <a:chOff x="0" y="0"/>
          <a:chExt cx="0" cy="0"/>
        </a:xfrm>
      </p:grpSpPr>
      <p:sp>
        <p:nvSpPr>
          <p:cNvPr id="640" name="Google Shape;640;p19"/>
          <p:cNvSpPr txBox="1"/>
          <p:nvPr>
            <p:ph idx="1" type="subTitle"/>
          </p:nvPr>
        </p:nvSpPr>
        <p:spPr>
          <a:xfrm>
            <a:off x="1052438" y="2329525"/>
            <a:ext cx="2479500" cy="924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atin typeface="Albert Sans Medium"/>
                <a:ea typeface="Albert Sans Medium"/>
                <a:cs typeface="Albert Sans Medium"/>
                <a:sym typeface="Albert Sans Medium"/>
              </a:defRPr>
            </a:lvl1pPr>
            <a:lvl2pPr lvl="1" rtl="0">
              <a:spcBef>
                <a:spcPts val="0"/>
              </a:spcBef>
              <a:spcAft>
                <a:spcPts val="0"/>
              </a:spcAft>
              <a:buSzPts val="12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1200"/>
              <a:buNone/>
              <a:defRPr/>
            </a:lvl5pPr>
            <a:lvl6pPr lvl="5" rtl="0">
              <a:spcBef>
                <a:spcPts val="0"/>
              </a:spcBef>
              <a:spcAft>
                <a:spcPts val="0"/>
              </a:spcAft>
              <a:buSzPts val="1200"/>
              <a:buNone/>
              <a:defRPr/>
            </a:lvl6pPr>
            <a:lvl7pPr lvl="6" rtl="0">
              <a:spcBef>
                <a:spcPts val="0"/>
              </a:spcBef>
              <a:spcAft>
                <a:spcPts val="0"/>
              </a:spcAft>
              <a:buSzPts val="1200"/>
              <a:buNone/>
              <a:defRPr/>
            </a:lvl7pPr>
            <a:lvl8pPr lvl="7" rtl="0">
              <a:spcBef>
                <a:spcPts val="0"/>
              </a:spcBef>
              <a:spcAft>
                <a:spcPts val="0"/>
              </a:spcAft>
              <a:buSzPts val="1200"/>
              <a:buNone/>
              <a:defRPr/>
            </a:lvl8pPr>
            <a:lvl9pPr lvl="8" rtl="0">
              <a:spcBef>
                <a:spcPts val="0"/>
              </a:spcBef>
              <a:spcAft>
                <a:spcPts val="0"/>
              </a:spcAft>
              <a:buSzPts val="1200"/>
              <a:buNone/>
              <a:defRPr/>
            </a:lvl9pPr>
          </a:lstStyle>
          <a:p/>
        </p:txBody>
      </p:sp>
      <p:sp>
        <p:nvSpPr>
          <p:cNvPr id="641" name="Google Shape;641;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42" name="Google Shape;642;p19"/>
          <p:cNvSpPr/>
          <p:nvPr/>
        </p:nvSpPr>
        <p:spPr>
          <a:xfrm>
            <a:off x="-675" y="3335400"/>
            <a:ext cx="1857300" cy="18081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9"/>
          <p:cNvSpPr/>
          <p:nvPr/>
        </p:nvSpPr>
        <p:spPr>
          <a:xfrm rot="-5400000">
            <a:off x="5698350" y="2123800"/>
            <a:ext cx="290700" cy="5174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9"/>
          <p:cNvSpPr/>
          <p:nvPr/>
        </p:nvSpPr>
        <p:spPr>
          <a:xfrm>
            <a:off x="2934850" y="4565650"/>
            <a:ext cx="322500" cy="585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9"/>
          <p:cNvSpPr/>
          <p:nvPr/>
        </p:nvSpPr>
        <p:spPr>
          <a:xfrm>
            <a:off x="-675" y="3803000"/>
            <a:ext cx="1377000" cy="13404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9"/>
          <p:cNvSpPr/>
          <p:nvPr/>
        </p:nvSpPr>
        <p:spPr>
          <a:xfrm>
            <a:off x="383800" y="4168125"/>
            <a:ext cx="398400" cy="398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7" name="Google Shape;647;p19"/>
          <p:cNvGrpSpPr/>
          <p:nvPr/>
        </p:nvGrpSpPr>
        <p:grpSpPr>
          <a:xfrm rot="5400000">
            <a:off x="7578925" y="3380650"/>
            <a:ext cx="2026200" cy="78000"/>
            <a:chOff x="6727425" y="4608275"/>
            <a:chExt cx="2026200" cy="78000"/>
          </a:xfrm>
        </p:grpSpPr>
        <p:sp>
          <p:nvSpPr>
            <p:cNvPr id="648" name="Google Shape;648;p19"/>
            <p:cNvSpPr/>
            <p:nvPr/>
          </p:nvSpPr>
          <p:spPr>
            <a:xfrm>
              <a:off x="67274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9"/>
            <p:cNvSpPr/>
            <p:nvPr/>
          </p:nvSpPr>
          <p:spPr>
            <a:xfrm>
              <a:off x="70521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9"/>
            <p:cNvSpPr/>
            <p:nvPr/>
          </p:nvSpPr>
          <p:spPr>
            <a:xfrm>
              <a:off x="73768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9"/>
            <p:cNvSpPr/>
            <p:nvPr/>
          </p:nvSpPr>
          <p:spPr>
            <a:xfrm>
              <a:off x="77015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9"/>
            <p:cNvSpPr/>
            <p:nvPr/>
          </p:nvSpPr>
          <p:spPr>
            <a:xfrm>
              <a:off x="80262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9"/>
            <p:cNvSpPr/>
            <p:nvPr/>
          </p:nvSpPr>
          <p:spPr>
            <a:xfrm>
              <a:off x="83509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9"/>
            <p:cNvSpPr/>
            <p:nvPr/>
          </p:nvSpPr>
          <p:spPr>
            <a:xfrm>
              <a:off x="86756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7">
    <p:spTree>
      <p:nvGrpSpPr>
        <p:cNvPr id="655" name="Shape 655"/>
        <p:cNvGrpSpPr/>
        <p:nvPr/>
      </p:nvGrpSpPr>
      <p:grpSpPr>
        <a:xfrm>
          <a:off x="0" y="0"/>
          <a:ext cx="0" cy="0"/>
          <a:chOff x="0" y="0"/>
          <a:chExt cx="0" cy="0"/>
        </a:xfrm>
      </p:grpSpPr>
      <p:sp>
        <p:nvSpPr>
          <p:cNvPr id="656" name="Google Shape;656;p20"/>
          <p:cNvSpPr txBox="1"/>
          <p:nvPr>
            <p:ph type="ctrTitle"/>
          </p:nvPr>
        </p:nvSpPr>
        <p:spPr>
          <a:xfrm>
            <a:off x="2906175" y="723525"/>
            <a:ext cx="3331800" cy="1158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500"/>
              <a:buNone/>
              <a:defRPr sz="7200"/>
            </a:lvl1pPr>
            <a:lvl2pPr lvl="1" rtl="0" algn="ctr">
              <a:spcBef>
                <a:spcPts val="0"/>
              </a:spcBef>
              <a:spcAft>
                <a:spcPts val="0"/>
              </a:spcAft>
              <a:buSzPts val="8500"/>
              <a:buNone/>
              <a:defRPr sz="8500"/>
            </a:lvl2pPr>
            <a:lvl3pPr lvl="2" rtl="0" algn="ctr">
              <a:spcBef>
                <a:spcPts val="0"/>
              </a:spcBef>
              <a:spcAft>
                <a:spcPts val="0"/>
              </a:spcAft>
              <a:buSzPts val="8500"/>
              <a:buNone/>
              <a:defRPr sz="8500"/>
            </a:lvl3pPr>
            <a:lvl4pPr lvl="3" rtl="0" algn="ctr">
              <a:spcBef>
                <a:spcPts val="0"/>
              </a:spcBef>
              <a:spcAft>
                <a:spcPts val="0"/>
              </a:spcAft>
              <a:buSzPts val="8500"/>
              <a:buNone/>
              <a:defRPr sz="8500"/>
            </a:lvl4pPr>
            <a:lvl5pPr lvl="4" rtl="0" algn="ctr">
              <a:spcBef>
                <a:spcPts val="0"/>
              </a:spcBef>
              <a:spcAft>
                <a:spcPts val="0"/>
              </a:spcAft>
              <a:buSzPts val="8500"/>
              <a:buNone/>
              <a:defRPr sz="8500"/>
            </a:lvl5pPr>
            <a:lvl6pPr lvl="5" rtl="0" algn="ctr">
              <a:spcBef>
                <a:spcPts val="0"/>
              </a:spcBef>
              <a:spcAft>
                <a:spcPts val="0"/>
              </a:spcAft>
              <a:buSzPts val="8500"/>
              <a:buNone/>
              <a:defRPr sz="8500"/>
            </a:lvl6pPr>
            <a:lvl7pPr lvl="6" rtl="0" algn="ctr">
              <a:spcBef>
                <a:spcPts val="0"/>
              </a:spcBef>
              <a:spcAft>
                <a:spcPts val="0"/>
              </a:spcAft>
              <a:buSzPts val="8500"/>
              <a:buNone/>
              <a:defRPr sz="8500"/>
            </a:lvl7pPr>
            <a:lvl8pPr lvl="7" rtl="0" algn="ctr">
              <a:spcBef>
                <a:spcPts val="0"/>
              </a:spcBef>
              <a:spcAft>
                <a:spcPts val="0"/>
              </a:spcAft>
              <a:buSzPts val="8500"/>
              <a:buNone/>
              <a:defRPr sz="8500"/>
            </a:lvl8pPr>
            <a:lvl9pPr lvl="8" rtl="0" algn="ctr">
              <a:spcBef>
                <a:spcPts val="0"/>
              </a:spcBef>
              <a:spcAft>
                <a:spcPts val="0"/>
              </a:spcAft>
              <a:buSzPts val="8500"/>
              <a:buNone/>
              <a:defRPr sz="8500"/>
            </a:lvl9pPr>
          </a:lstStyle>
          <a:p/>
        </p:txBody>
      </p:sp>
      <p:sp>
        <p:nvSpPr>
          <p:cNvPr id="657" name="Google Shape;657;p20"/>
          <p:cNvSpPr txBox="1"/>
          <p:nvPr>
            <p:ph idx="1" type="subTitle"/>
          </p:nvPr>
        </p:nvSpPr>
        <p:spPr>
          <a:xfrm>
            <a:off x="2906075" y="1882200"/>
            <a:ext cx="3331800" cy="399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b="1" sz="2300">
                <a:solidFill>
                  <a:schemeClr val="dk1"/>
                </a:solidFill>
                <a:latin typeface="Rajdhani"/>
                <a:ea typeface="Rajdhani"/>
                <a:cs typeface="Rajdhani"/>
                <a:sym typeface="Rajdhani"/>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658" name="Google Shape;658;p20"/>
          <p:cNvSpPr txBox="1"/>
          <p:nvPr>
            <p:ph idx="2" type="subTitle"/>
          </p:nvPr>
        </p:nvSpPr>
        <p:spPr>
          <a:xfrm>
            <a:off x="2906175" y="2286727"/>
            <a:ext cx="3331800" cy="744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a:latin typeface="Albert Sans Medium"/>
                <a:ea typeface="Albert Sans Medium"/>
                <a:cs typeface="Albert Sans Medium"/>
                <a:sym typeface="Albert Sans Medium"/>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659" name="Google Shape;659;p20"/>
          <p:cNvSpPr txBox="1"/>
          <p:nvPr>
            <p:ph idx="3" type="subTitle"/>
          </p:nvPr>
        </p:nvSpPr>
        <p:spPr>
          <a:xfrm>
            <a:off x="2966625" y="4165575"/>
            <a:ext cx="3210900" cy="285300"/>
          </a:xfrm>
          <a:prstGeom prst="rect">
            <a:avLst/>
          </a:prstGeom>
          <a:solidFill>
            <a:schemeClr val="dk1"/>
          </a:solidFill>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200">
                <a:solidFill>
                  <a:schemeClr val="lt1"/>
                </a:solidFill>
                <a:latin typeface="Albert Sans Medium"/>
                <a:ea typeface="Albert Sans Medium"/>
                <a:cs typeface="Albert Sans Medium"/>
                <a:sym typeface="Albert Sans Medium"/>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660" name="Google Shape;660;p20"/>
          <p:cNvSpPr txBox="1"/>
          <p:nvPr/>
        </p:nvSpPr>
        <p:spPr>
          <a:xfrm>
            <a:off x="2067000" y="3612725"/>
            <a:ext cx="5010000" cy="554100"/>
          </a:xfrm>
          <a:prstGeom prst="rect">
            <a:avLst/>
          </a:prstGeom>
          <a:noFill/>
          <a:ln>
            <a:noFill/>
          </a:ln>
        </p:spPr>
        <p:txBody>
          <a:bodyPr anchorCtr="0" anchor="ctr" bIns="91425" lIns="91425" spcFirstLastPara="1" rIns="91425" wrap="square" tIns="91425">
            <a:noAutofit/>
          </a:bodyPr>
          <a:lstStyle/>
          <a:p>
            <a:pPr indent="0" lvl="0" marL="0" rtl="0" algn="ctr">
              <a:spcBef>
                <a:spcPts val="300"/>
              </a:spcBef>
              <a:spcAft>
                <a:spcPts val="0"/>
              </a:spcAft>
              <a:buNone/>
            </a:pPr>
            <a:r>
              <a:rPr lang="en" sz="1200">
                <a:solidFill>
                  <a:schemeClr val="dk1"/>
                </a:solidFill>
                <a:latin typeface="Albert Sans Medium"/>
                <a:ea typeface="Albert Sans Medium"/>
                <a:cs typeface="Albert Sans Medium"/>
                <a:sym typeface="Albert Sans Medium"/>
              </a:rPr>
              <a:t>CREDITS: This presentation template was created by</a:t>
            </a:r>
            <a:r>
              <a:rPr lang="en" sz="1200">
                <a:solidFill>
                  <a:schemeClr val="dk1"/>
                </a:solidFill>
                <a:latin typeface="Albert Sans"/>
                <a:ea typeface="Albert Sans"/>
                <a:cs typeface="Albert Sans"/>
                <a:sym typeface="Albert Sans"/>
              </a:rPr>
              <a:t> </a:t>
            </a:r>
            <a:r>
              <a:rPr b="1" lang="en" sz="1200" u="sng">
                <a:solidFill>
                  <a:schemeClr val="dk1"/>
                </a:solidFill>
                <a:latin typeface="Albert Sans"/>
                <a:ea typeface="Albert Sans"/>
                <a:cs typeface="Albert Sans"/>
                <a:sym typeface="Albert Sans"/>
                <a:hlinkClick r:id="rId2">
                  <a:extLst>
                    <a:ext uri="{A12FA001-AC4F-418D-AE19-62706E023703}">
                      <ahyp:hlinkClr val="tx"/>
                    </a:ext>
                  </a:extLst>
                </a:hlinkClick>
              </a:rPr>
              <a:t>Slidesgo</a:t>
            </a:r>
            <a:r>
              <a:rPr lang="en" sz="1200">
                <a:solidFill>
                  <a:schemeClr val="dk1"/>
                </a:solidFill>
                <a:latin typeface="Albert Sans Medium"/>
                <a:ea typeface="Albert Sans Medium"/>
                <a:cs typeface="Albert Sans Medium"/>
                <a:sym typeface="Albert Sans Medium"/>
              </a:rPr>
              <a:t>, and includes icons by</a:t>
            </a:r>
            <a:r>
              <a:rPr lang="en" sz="1200">
                <a:solidFill>
                  <a:schemeClr val="dk1"/>
                </a:solidFill>
                <a:latin typeface="Albert Sans"/>
                <a:ea typeface="Albert Sans"/>
                <a:cs typeface="Albert Sans"/>
                <a:sym typeface="Albert Sans"/>
              </a:rPr>
              <a:t> </a:t>
            </a:r>
            <a:r>
              <a:rPr b="1" lang="en" sz="1200" u="sng">
                <a:solidFill>
                  <a:schemeClr val="dk1"/>
                </a:solidFill>
                <a:latin typeface="Albert Sans"/>
                <a:ea typeface="Albert Sans"/>
                <a:cs typeface="Albert Sans"/>
                <a:sym typeface="Albert Sans"/>
                <a:hlinkClick r:id="rId3">
                  <a:extLst>
                    <a:ext uri="{A12FA001-AC4F-418D-AE19-62706E023703}">
                      <ahyp:hlinkClr val="tx"/>
                    </a:ext>
                  </a:extLst>
                </a:hlinkClick>
              </a:rPr>
              <a:t>Flaticon</a:t>
            </a:r>
            <a:r>
              <a:rPr lang="en" sz="1200">
                <a:solidFill>
                  <a:schemeClr val="dk1"/>
                </a:solidFill>
                <a:latin typeface="Albert Sans"/>
                <a:ea typeface="Albert Sans"/>
                <a:cs typeface="Albert Sans"/>
                <a:sym typeface="Albert Sans"/>
              </a:rPr>
              <a:t>, </a:t>
            </a:r>
            <a:r>
              <a:rPr lang="en" sz="1200">
                <a:solidFill>
                  <a:schemeClr val="dk1"/>
                </a:solidFill>
                <a:latin typeface="Albert Sans Medium"/>
                <a:ea typeface="Albert Sans Medium"/>
                <a:cs typeface="Albert Sans Medium"/>
                <a:sym typeface="Albert Sans Medium"/>
              </a:rPr>
              <a:t>and infographics &amp; images by</a:t>
            </a:r>
            <a:r>
              <a:rPr lang="en" sz="1200">
                <a:solidFill>
                  <a:schemeClr val="dk1"/>
                </a:solidFill>
                <a:latin typeface="Albert Sans"/>
                <a:ea typeface="Albert Sans"/>
                <a:cs typeface="Albert Sans"/>
                <a:sym typeface="Albert Sans"/>
              </a:rPr>
              <a:t> </a:t>
            </a:r>
            <a:r>
              <a:rPr b="1" lang="en" sz="1200" u="sng">
                <a:solidFill>
                  <a:schemeClr val="dk1"/>
                </a:solidFill>
                <a:latin typeface="Albert Sans"/>
                <a:ea typeface="Albert Sans"/>
                <a:cs typeface="Albert Sans"/>
                <a:sym typeface="Albert Sans"/>
                <a:hlinkClick r:id="rId4">
                  <a:extLst>
                    <a:ext uri="{A12FA001-AC4F-418D-AE19-62706E023703}">
                      <ahyp:hlinkClr val="tx"/>
                    </a:ext>
                  </a:extLst>
                </a:hlinkClick>
              </a:rPr>
              <a:t>Freepik</a:t>
            </a:r>
            <a:endParaRPr b="1" sz="1200" u="sng">
              <a:solidFill>
                <a:schemeClr val="dk1"/>
              </a:solidFill>
              <a:latin typeface="Albert Sans"/>
              <a:ea typeface="Albert Sans"/>
              <a:cs typeface="Albert Sans"/>
              <a:sym typeface="Albert Sans"/>
            </a:endParaRPr>
          </a:p>
        </p:txBody>
      </p:sp>
      <p:grpSp>
        <p:nvGrpSpPr>
          <p:cNvPr id="661" name="Google Shape;661;p20"/>
          <p:cNvGrpSpPr/>
          <p:nvPr/>
        </p:nvGrpSpPr>
        <p:grpSpPr>
          <a:xfrm rot="-5400000">
            <a:off x="-3260925" y="2898675"/>
            <a:ext cx="7124450" cy="668900"/>
            <a:chOff x="-372325" y="-64950"/>
            <a:chExt cx="7124450" cy="668900"/>
          </a:xfrm>
        </p:grpSpPr>
        <p:sp>
          <p:nvSpPr>
            <p:cNvPr id="662" name="Google Shape;662;p20"/>
            <p:cNvSpPr/>
            <p:nvPr/>
          </p:nvSpPr>
          <p:spPr>
            <a:xfrm>
              <a:off x="-372325" y="-64950"/>
              <a:ext cx="508300" cy="668900"/>
            </a:xfrm>
            <a:custGeom>
              <a:rect b="b" l="l" r="r" t="t"/>
              <a:pathLst>
                <a:path extrusionOk="0" h="26756" w="20332">
                  <a:moveTo>
                    <a:pt x="19276" y="0"/>
                  </a:moveTo>
                  <a:lnTo>
                    <a:pt x="0" y="26756"/>
                  </a:lnTo>
                  <a:lnTo>
                    <a:pt x="1055" y="26756"/>
                  </a:lnTo>
                  <a:lnTo>
                    <a:pt x="203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0"/>
            <p:cNvSpPr/>
            <p:nvPr/>
          </p:nvSpPr>
          <p:spPr>
            <a:xfrm>
              <a:off x="-197100" y="-64950"/>
              <a:ext cx="508300" cy="668900"/>
            </a:xfrm>
            <a:custGeom>
              <a:rect b="b" l="l" r="r" t="t"/>
              <a:pathLst>
                <a:path extrusionOk="0" h="26756" w="20332">
                  <a:moveTo>
                    <a:pt x="19277" y="0"/>
                  </a:moveTo>
                  <a:lnTo>
                    <a:pt x="0" y="26756"/>
                  </a:lnTo>
                  <a:lnTo>
                    <a:pt x="1037"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0"/>
            <p:cNvSpPr/>
            <p:nvPr/>
          </p:nvSpPr>
          <p:spPr>
            <a:xfrm>
              <a:off x="-22325" y="-64950"/>
              <a:ext cx="508300" cy="668900"/>
            </a:xfrm>
            <a:custGeom>
              <a:rect b="b" l="l" r="r" t="t"/>
              <a:pathLst>
                <a:path extrusionOk="0" h="26756" w="20332">
                  <a:moveTo>
                    <a:pt x="19276" y="0"/>
                  </a:moveTo>
                  <a:lnTo>
                    <a:pt x="0" y="26756"/>
                  </a:lnTo>
                  <a:lnTo>
                    <a:pt x="1055" y="26756"/>
                  </a:lnTo>
                  <a:lnTo>
                    <a:pt x="203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0"/>
            <p:cNvSpPr/>
            <p:nvPr/>
          </p:nvSpPr>
          <p:spPr>
            <a:xfrm>
              <a:off x="152425" y="-64950"/>
              <a:ext cx="508775" cy="668900"/>
            </a:xfrm>
            <a:custGeom>
              <a:rect b="b" l="l" r="r" t="t"/>
              <a:pathLst>
                <a:path extrusionOk="0" h="26756" w="20351">
                  <a:moveTo>
                    <a:pt x="19296" y="0"/>
                  </a:moveTo>
                  <a:lnTo>
                    <a:pt x="1" y="26756"/>
                  </a:lnTo>
                  <a:lnTo>
                    <a:pt x="1056" y="26756"/>
                  </a:lnTo>
                  <a:lnTo>
                    <a:pt x="203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0"/>
            <p:cNvSpPr/>
            <p:nvPr/>
          </p:nvSpPr>
          <p:spPr>
            <a:xfrm>
              <a:off x="327675" y="-64950"/>
              <a:ext cx="508300" cy="668900"/>
            </a:xfrm>
            <a:custGeom>
              <a:rect b="b" l="l" r="r" t="t"/>
              <a:pathLst>
                <a:path extrusionOk="0" h="26756" w="20332">
                  <a:moveTo>
                    <a:pt x="19276" y="0"/>
                  </a:moveTo>
                  <a:lnTo>
                    <a:pt x="0" y="26756"/>
                  </a:lnTo>
                  <a:lnTo>
                    <a:pt x="1055"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0"/>
            <p:cNvSpPr/>
            <p:nvPr/>
          </p:nvSpPr>
          <p:spPr>
            <a:xfrm>
              <a:off x="502425" y="-64950"/>
              <a:ext cx="508800" cy="668900"/>
            </a:xfrm>
            <a:custGeom>
              <a:rect b="b" l="l" r="r" t="t"/>
              <a:pathLst>
                <a:path extrusionOk="0" h="26756" w="20352">
                  <a:moveTo>
                    <a:pt x="19296" y="0"/>
                  </a:moveTo>
                  <a:lnTo>
                    <a:pt x="1" y="26756"/>
                  </a:lnTo>
                  <a:lnTo>
                    <a:pt x="1056" y="26756"/>
                  </a:lnTo>
                  <a:lnTo>
                    <a:pt x="203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0"/>
            <p:cNvSpPr/>
            <p:nvPr/>
          </p:nvSpPr>
          <p:spPr>
            <a:xfrm>
              <a:off x="677675" y="-64950"/>
              <a:ext cx="508300" cy="668900"/>
            </a:xfrm>
            <a:custGeom>
              <a:rect b="b" l="l" r="r" t="t"/>
              <a:pathLst>
                <a:path extrusionOk="0" h="26756" w="20332">
                  <a:moveTo>
                    <a:pt x="19277" y="0"/>
                  </a:moveTo>
                  <a:lnTo>
                    <a:pt x="0" y="26756"/>
                  </a:lnTo>
                  <a:lnTo>
                    <a:pt x="1056"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0"/>
            <p:cNvSpPr/>
            <p:nvPr/>
          </p:nvSpPr>
          <p:spPr>
            <a:xfrm>
              <a:off x="852450" y="-64950"/>
              <a:ext cx="508300" cy="668900"/>
            </a:xfrm>
            <a:custGeom>
              <a:rect b="b" l="l" r="r" t="t"/>
              <a:pathLst>
                <a:path extrusionOk="0" h="26756" w="20332">
                  <a:moveTo>
                    <a:pt x="19295" y="0"/>
                  </a:moveTo>
                  <a:lnTo>
                    <a:pt x="0" y="26756"/>
                  </a:lnTo>
                  <a:lnTo>
                    <a:pt x="1055" y="26756"/>
                  </a:lnTo>
                  <a:lnTo>
                    <a:pt x="203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0"/>
            <p:cNvSpPr/>
            <p:nvPr/>
          </p:nvSpPr>
          <p:spPr>
            <a:xfrm>
              <a:off x="1027675" y="-64950"/>
              <a:ext cx="508300" cy="668900"/>
            </a:xfrm>
            <a:custGeom>
              <a:rect b="b" l="l" r="r" t="t"/>
              <a:pathLst>
                <a:path extrusionOk="0" h="26756" w="20332">
                  <a:moveTo>
                    <a:pt x="19277" y="0"/>
                  </a:moveTo>
                  <a:lnTo>
                    <a:pt x="1" y="26756"/>
                  </a:lnTo>
                  <a:lnTo>
                    <a:pt x="1037"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0"/>
            <p:cNvSpPr/>
            <p:nvPr/>
          </p:nvSpPr>
          <p:spPr>
            <a:xfrm>
              <a:off x="1202450" y="-64950"/>
              <a:ext cx="508300" cy="668900"/>
            </a:xfrm>
            <a:custGeom>
              <a:rect b="b" l="l" r="r" t="t"/>
              <a:pathLst>
                <a:path extrusionOk="0" h="26756" w="20332">
                  <a:moveTo>
                    <a:pt x="19295" y="0"/>
                  </a:moveTo>
                  <a:lnTo>
                    <a:pt x="0" y="26756"/>
                  </a:lnTo>
                  <a:lnTo>
                    <a:pt x="1055"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0"/>
            <p:cNvSpPr/>
            <p:nvPr/>
          </p:nvSpPr>
          <p:spPr>
            <a:xfrm>
              <a:off x="1377675" y="-64950"/>
              <a:ext cx="508325" cy="668900"/>
            </a:xfrm>
            <a:custGeom>
              <a:rect b="b" l="l" r="r" t="t"/>
              <a:pathLst>
                <a:path extrusionOk="0" h="26756" w="20333">
                  <a:moveTo>
                    <a:pt x="19277" y="0"/>
                  </a:moveTo>
                  <a:lnTo>
                    <a:pt x="1" y="26756"/>
                  </a:lnTo>
                  <a:lnTo>
                    <a:pt x="1037"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0"/>
            <p:cNvSpPr/>
            <p:nvPr/>
          </p:nvSpPr>
          <p:spPr>
            <a:xfrm>
              <a:off x="1552450" y="-64950"/>
              <a:ext cx="508300" cy="668900"/>
            </a:xfrm>
            <a:custGeom>
              <a:rect b="b" l="l" r="r" t="t"/>
              <a:pathLst>
                <a:path extrusionOk="0" h="26756" w="20332">
                  <a:moveTo>
                    <a:pt x="19277" y="0"/>
                  </a:moveTo>
                  <a:lnTo>
                    <a:pt x="0" y="26756"/>
                  </a:lnTo>
                  <a:lnTo>
                    <a:pt x="1056"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0"/>
            <p:cNvSpPr/>
            <p:nvPr/>
          </p:nvSpPr>
          <p:spPr>
            <a:xfrm>
              <a:off x="1727225" y="-64950"/>
              <a:ext cx="508775" cy="668900"/>
            </a:xfrm>
            <a:custGeom>
              <a:rect b="b" l="l" r="r" t="t"/>
              <a:pathLst>
                <a:path extrusionOk="0" h="26756" w="20351">
                  <a:moveTo>
                    <a:pt x="19295" y="0"/>
                  </a:moveTo>
                  <a:lnTo>
                    <a:pt x="0" y="26756"/>
                  </a:lnTo>
                  <a:lnTo>
                    <a:pt x="1055" y="26756"/>
                  </a:lnTo>
                  <a:lnTo>
                    <a:pt x="2035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0"/>
            <p:cNvSpPr/>
            <p:nvPr/>
          </p:nvSpPr>
          <p:spPr>
            <a:xfrm>
              <a:off x="1885975" y="-64950"/>
              <a:ext cx="508300" cy="668900"/>
            </a:xfrm>
            <a:custGeom>
              <a:rect b="b" l="l" r="r" t="t"/>
              <a:pathLst>
                <a:path extrusionOk="0" h="26756" w="20332">
                  <a:moveTo>
                    <a:pt x="19276" y="0"/>
                  </a:moveTo>
                  <a:lnTo>
                    <a:pt x="0" y="26756"/>
                  </a:lnTo>
                  <a:lnTo>
                    <a:pt x="1055" y="26756"/>
                  </a:lnTo>
                  <a:lnTo>
                    <a:pt x="203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0"/>
            <p:cNvSpPr/>
            <p:nvPr/>
          </p:nvSpPr>
          <p:spPr>
            <a:xfrm>
              <a:off x="2060725" y="-64950"/>
              <a:ext cx="508775" cy="668900"/>
            </a:xfrm>
            <a:custGeom>
              <a:rect b="b" l="l" r="r" t="t"/>
              <a:pathLst>
                <a:path extrusionOk="0" h="26756" w="20351">
                  <a:moveTo>
                    <a:pt x="19296" y="0"/>
                  </a:moveTo>
                  <a:lnTo>
                    <a:pt x="1" y="26756"/>
                  </a:lnTo>
                  <a:lnTo>
                    <a:pt x="1056" y="26756"/>
                  </a:lnTo>
                  <a:lnTo>
                    <a:pt x="203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0"/>
            <p:cNvSpPr/>
            <p:nvPr/>
          </p:nvSpPr>
          <p:spPr>
            <a:xfrm>
              <a:off x="2235975" y="-64950"/>
              <a:ext cx="508300" cy="668900"/>
            </a:xfrm>
            <a:custGeom>
              <a:rect b="b" l="l" r="r" t="t"/>
              <a:pathLst>
                <a:path extrusionOk="0" h="26756" w="20332">
                  <a:moveTo>
                    <a:pt x="19276" y="0"/>
                  </a:moveTo>
                  <a:lnTo>
                    <a:pt x="0" y="26756"/>
                  </a:lnTo>
                  <a:lnTo>
                    <a:pt x="1055"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0"/>
            <p:cNvSpPr/>
            <p:nvPr/>
          </p:nvSpPr>
          <p:spPr>
            <a:xfrm>
              <a:off x="2410725" y="-64950"/>
              <a:ext cx="508325" cy="668900"/>
            </a:xfrm>
            <a:custGeom>
              <a:rect b="b" l="l" r="r" t="t"/>
              <a:pathLst>
                <a:path extrusionOk="0" h="26756" w="20333">
                  <a:moveTo>
                    <a:pt x="19296" y="0"/>
                  </a:moveTo>
                  <a:lnTo>
                    <a:pt x="1" y="26756"/>
                  </a:lnTo>
                  <a:lnTo>
                    <a:pt x="1056"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0"/>
            <p:cNvSpPr/>
            <p:nvPr/>
          </p:nvSpPr>
          <p:spPr>
            <a:xfrm>
              <a:off x="2585975" y="-64950"/>
              <a:ext cx="508300" cy="668900"/>
            </a:xfrm>
            <a:custGeom>
              <a:rect b="b" l="l" r="r" t="t"/>
              <a:pathLst>
                <a:path extrusionOk="0" h="26756" w="20332">
                  <a:moveTo>
                    <a:pt x="19276" y="0"/>
                  </a:moveTo>
                  <a:lnTo>
                    <a:pt x="0" y="26756"/>
                  </a:lnTo>
                  <a:lnTo>
                    <a:pt x="1037"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0"/>
            <p:cNvSpPr/>
            <p:nvPr/>
          </p:nvSpPr>
          <p:spPr>
            <a:xfrm>
              <a:off x="2760750" y="-64950"/>
              <a:ext cx="508300" cy="668900"/>
            </a:xfrm>
            <a:custGeom>
              <a:rect b="b" l="l" r="r" t="t"/>
              <a:pathLst>
                <a:path extrusionOk="0" h="26756" w="20332">
                  <a:moveTo>
                    <a:pt x="19276" y="0"/>
                  </a:moveTo>
                  <a:lnTo>
                    <a:pt x="0" y="26756"/>
                  </a:lnTo>
                  <a:lnTo>
                    <a:pt x="1055" y="26756"/>
                  </a:lnTo>
                  <a:lnTo>
                    <a:pt x="203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0"/>
            <p:cNvSpPr/>
            <p:nvPr/>
          </p:nvSpPr>
          <p:spPr>
            <a:xfrm>
              <a:off x="2935500" y="-64950"/>
              <a:ext cx="508775" cy="668900"/>
            </a:xfrm>
            <a:custGeom>
              <a:rect b="b" l="l" r="r" t="t"/>
              <a:pathLst>
                <a:path extrusionOk="0" h="26756" w="20351">
                  <a:moveTo>
                    <a:pt x="19296" y="0"/>
                  </a:moveTo>
                  <a:lnTo>
                    <a:pt x="1" y="26756"/>
                  </a:lnTo>
                  <a:lnTo>
                    <a:pt x="1056" y="26756"/>
                  </a:lnTo>
                  <a:lnTo>
                    <a:pt x="203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0"/>
            <p:cNvSpPr/>
            <p:nvPr/>
          </p:nvSpPr>
          <p:spPr>
            <a:xfrm>
              <a:off x="3110750" y="-64950"/>
              <a:ext cx="508300" cy="668900"/>
            </a:xfrm>
            <a:custGeom>
              <a:rect b="b" l="l" r="r" t="t"/>
              <a:pathLst>
                <a:path extrusionOk="0" h="26756" w="20332">
                  <a:moveTo>
                    <a:pt x="19276" y="0"/>
                  </a:moveTo>
                  <a:lnTo>
                    <a:pt x="0" y="26756"/>
                  </a:lnTo>
                  <a:lnTo>
                    <a:pt x="1055" y="26756"/>
                  </a:lnTo>
                  <a:lnTo>
                    <a:pt x="203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0"/>
            <p:cNvSpPr/>
            <p:nvPr/>
          </p:nvSpPr>
          <p:spPr>
            <a:xfrm>
              <a:off x="3285500" y="-64950"/>
              <a:ext cx="508775" cy="668900"/>
            </a:xfrm>
            <a:custGeom>
              <a:rect b="b" l="l" r="r" t="t"/>
              <a:pathLst>
                <a:path extrusionOk="0" h="26756" w="20351">
                  <a:moveTo>
                    <a:pt x="19296" y="0"/>
                  </a:moveTo>
                  <a:lnTo>
                    <a:pt x="1" y="26756"/>
                  </a:lnTo>
                  <a:lnTo>
                    <a:pt x="1056" y="26756"/>
                  </a:lnTo>
                  <a:lnTo>
                    <a:pt x="203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0"/>
            <p:cNvSpPr/>
            <p:nvPr/>
          </p:nvSpPr>
          <p:spPr>
            <a:xfrm>
              <a:off x="3460750" y="-64950"/>
              <a:ext cx="508300" cy="668900"/>
            </a:xfrm>
            <a:custGeom>
              <a:rect b="b" l="l" r="r" t="t"/>
              <a:pathLst>
                <a:path extrusionOk="0" h="26756" w="20332">
                  <a:moveTo>
                    <a:pt x="19276" y="0"/>
                  </a:moveTo>
                  <a:lnTo>
                    <a:pt x="0" y="26756"/>
                  </a:lnTo>
                  <a:lnTo>
                    <a:pt x="1055"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0"/>
            <p:cNvSpPr/>
            <p:nvPr/>
          </p:nvSpPr>
          <p:spPr>
            <a:xfrm>
              <a:off x="3635500" y="-64950"/>
              <a:ext cx="508800" cy="668900"/>
            </a:xfrm>
            <a:custGeom>
              <a:rect b="b" l="l" r="r" t="t"/>
              <a:pathLst>
                <a:path extrusionOk="0" h="26756" w="20352">
                  <a:moveTo>
                    <a:pt x="19296" y="0"/>
                  </a:moveTo>
                  <a:lnTo>
                    <a:pt x="1" y="26756"/>
                  </a:lnTo>
                  <a:lnTo>
                    <a:pt x="1056" y="26756"/>
                  </a:lnTo>
                  <a:lnTo>
                    <a:pt x="203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0"/>
            <p:cNvSpPr/>
            <p:nvPr/>
          </p:nvSpPr>
          <p:spPr>
            <a:xfrm>
              <a:off x="3810750" y="-64950"/>
              <a:ext cx="508300" cy="668900"/>
            </a:xfrm>
            <a:custGeom>
              <a:rect b="b" l="l" r="r" t="t"/>
              <a:pathLst>
                <a:path extrusionOk="0" h="26756" w="20332">
                  <a:moveTo>
                    <a:pt x="19277" y="0"/>
                  </a:moveTo>
                  <a:lnTo>
                    <a:pt x="0" y="26756"/>
                  </a:lnTo>
                  <a:lnTo>
                    <a:pt x="1056"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0"/>
            <p:cNvSpPr/>
            <p:nvPr/>
          </p:nvSpPr>
          <p:spPr>
            <a:xfrm>
              <a:off x="3985525" y="-64950"/>
              <a:ext cx="508300" cy="668900"/>
            </a:xfrm>
            <a:custGeom>
              <a:rect b="b" l="l" r="r" t="t"/>
              <a:pathLst>
                <a:path extrusionOk="0" h="26756" w="20332">
                  <a:moveTo>
                    <a:pt x="19295" y="0"/>
                  </a:moveTo>
                  <a:lnTo>
                    <a:pt x="0" y="26756"/>
                  </a:lnTo>
                  <a:lnTo>
                    <a:pt x="1055" y="26756"/>
                  </a:lnTo>
                  <a:lnTo>
                    <a:pt x="203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0"/>
            <p:cNvSpPr/>
            <p:nvPr/>
          </p:nvSpPr>
          <p:spPr>
            <a:xfrm>
              <a:off x="4144275" y="-64950"/>
              <a:ext cx="508300" cy="668900"/>
            </a:xfrm>
            <a:custGeom>
              <a:rect b="b" l="l" r="r" t="t"/>
              <a:pathLst>
                <a:path extrusionOk="0" h="26756" w="20332">
                  <a:moveTo>
                    <a:pt x="19276" y="0"/>
                  </a:moveTo>
                  <a:lnTo>
                    <a:pt x="0" y="26756"/>
                  </a:lnTo>
                  <a:lnTo>
                    <a:pt x="1036" y="26756"/>
                  </a:lnTo>
                  <a:lnTo>
                    <a:pt x="203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0"/>
            <p:cNvSpPr/>
            <p:nvPr/>
          </p:nvSpPr>
          <p:spPr>
            <a:xfrm>
              <a:off x="4319025" y="-64950"/>
              <a:ext cx="508325" cy="668900"/>
            </a:xfrm>
            <a:custGeom>
              <a:rect b="b" l="l" r="r" t="t"/>
              <a:pathLst>
                <a:path extrusionOk="0" h="26756" w="20333">
                  <a:moveTo>
                    <a:pt x="19277" y="0"/>
                  </a:moveTo>
                  <a:lnTo>
                    <a:pt x="1" y="26756"/>
                  </a:lnTo>
                  <a:lnTo>
                    <a:pt x="1056"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0"/>
            <p:cNvSpPr/>
            <p:nvPr/>
          </p:nvSpPr>
          <p:spPr>
            <a:xfrm>
              <a:off x="4493800" y="-64950"/>
              <a:ext cx="508775" cy="668900"/>
            </a:xfrm>
            <a:custGeom>
              <a:rect b="b" l="l" r="r" t="t"/>
              <a:pathLst>
                <a:path extrusionOk="0" h="26756" w="20351">
                  <a:moveTo>
                    <a:pt x="19295" y="0"/>
                  </a:moveTo>
                  <a:lnTo>
                    <a:pt x="0" y="26756"/>
                  </a:lnTo>
                  <a:lnTo>
                    <a:pt x="1056" y="26756"/>
                  </a:lnTo>
                  <a:lnTo>
                    <a:pt x="203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0"/>
            <p:cNvSpPr/>
            <p:nvPr/>
          </p:nvSpPr>
          <p:spPr>
            <a:xfrm>
              <a:off x="4669025" y="-64950"/>
              <a:ext cx="508325" cy="668900"/>
            </a:xfrm>
            <a:custGeom>
              <a:rect b="b" l="l" r="r" t="t"/>
              <a:pathLst>
                <a:path extrusionOk="0" h="26756" w="20333">
                  <a:moveTo>
                    <a:pt x="19277" y="0"/>
                  </a:moveTo>
                  <a:lnTo>
                    <a:pt x="1" y="26756"/>
                  </a:lnTo>
                  <a:lnTo>
                    <a:pt x="1056"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0"/>
            <p:cNvSpPr/>
            <p:nvPr/>
          </p:nvSpPr>
          <p:spPr>
            <a:xfrm>
              <a:off x="4843800" y="-64950"/>
              <a:ext cx="508775" cy="668900"/>
            </a:xfrm>
            <a:custGeom>
              <a:rect b="b" l="l" r="r" t="t"/>
              <a:pathLst>
                <a:path extrusionOk="0" h="26756" w="20351">
                  <a:moveTo>
                    <a:pt x="19296" y="0"/>
                  </a:moveTo>
                  <a:lnTo>
                    <a:pt x="1" y="26756"/>
                  </a:lnTo>
                  <a:lnTo>
                    <a:pt x="1056" y="26756"/>
                  </a:lnTo>
                  <a:lnTo>
                    <a:pt x="203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0"/>
            <p:cNvSpPr/>
            <p:nvPr/>
          </p:nvSpPr>
          <p:spPr>
            <a:xfrm>
              <a:off x="5019050" y="-64950"/>
              <a:ext cx="508300" cy="668900"/>
            </a:xfrm>
            <a:custGeom>
              <a:rect b="b" l="l" r="r" t="t"/>
              <a:pathLst>
                <a:path extrusionOk="0" h="26756" w="20332">
                  <a:moveTo>
                    <a:pt x="19276" y="0"/>
                  </a:moveTo>
                  <a:lnTo>
                    <a:pt x="0" y="26756"/>
                  </a:lnTo>
                  <a:lnTo>
                    <a:pt x="1055" y="26756"/>
                  </a:lnTo>
                  <a:lnTo>
                    <a:pt x="203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0"/>
            <p:cNvSpPr/>
            <p:nvPr/>
          </p:nvSpPr>
          <p:spPr>
            <a:xfrm>
              <a:off x="5193800" y="-64950"/>
              <a:ext cx="508300" cy="668900"/>
            </a:xfrm>
            <a:custGeom>
              <a:rect b="b" l="l" r="r" t="t"/>
              <a:pathLst>
                <a:path extrusionOk="0" h="26756" w="20332">
                  <a:moveTo>
                    <a:pt x="19296" y="0"/>
                  </a:moveTo>
                  <a:lnTo>
                    <a:pt x="1" y="26756"/>
                  </a:lnTo>
                  <a:lnTo>
                    <a:pt x="1056"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0"/>
            <p:cNvSpPr/>
            <p:nvPr/>
          </p:nvSpPr>
          <p:spPr>
            <a:xfrm>
              <a:off x="5369050" y="-64950"/>
              <a:ext cx="508300" cy="668900"/>
            </a:xfrm>
            <a:custGeom>
              <a:rect b="b" l="l" r="r" t="t"/>
              <a:pathLst>
                <a:path extrusionOk="0" h="26756" w="20332">
                  <a:moveTo>
                    <a:pt x="19276" y="0"/>
                  </a:moveTo>
                  <a:lnTo>
                    <a:pt x="0" y="26756"/>
                  </a:lnTo>
                  <a:lnTo>
                    <a:pt x="1055"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0"/>
            <p:cNvSpPr/>
            <p:nvPr/>
          </p:nvSpPr>
          <p:spPr>
            <a:xfrm>
              <a:off x="5543800" y="-64950"/>
              <a:ext cx="508325" cy="668900"/>
            </a:xfrm>
            <a:custGeom>
              <a:rect b="b" l="l" r="r" t="t"/>
              <a:pathLst>
                <a:path extrusionOk="0" h="26756" w="20333">
                  <a:moveTo>
                    <a:pt x="19277" y="0"/>
                  </a:moveTo>
                  <a:lnTo>
                    <a:pt x="1" y="26756"/>
                  </a:lnTo>
                  <a:lnTo>
                    <a:pt x="1056"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0"/>
            <p:cNvSpPr/>
            <p:nvPr/>
          </p:nvSpPr>
          <p:spPr>
            <a:xfrm>
              <a:off x="5719050" y="-64950"/>
              <a:ext cx="508300" cy="668900"/>
            </a:xfrm>
            <a:custGeom>
              <a:rect b="b" l="l" r="r" t="t"/>
              <a:pathLst>
                <a:path extrusionOk="0" h="26756" w="20332">
                  <a:moveTo>
                    <a:pt x="19276" y="0"/>
                  </a:moveTo>
                  <a:lnTo>
                    <a:pt x="0" y="26756"/>
                  </a:lnTo>
                  <a:lnTo>
                    <a:pt x="1037"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0"/>
            <p:cNvSpPr/>
            <p:nvPr/>
          </p:nvSpPr>
          <p:spPr>
            <a:xfrm>
              <a:off x="5893825" y="-64950"/>
              <a:ext cx="508300" cy="668900"/>
            </a:xfrm>
            <a:custGeom>
              <a:rect b="b" l="l" r="r" t="t"/>
              <a:pathLst>
                <a:path extrusionOk="0" h="26756" w="20332">
                  <a:moveTo>
                    <a:pt x="19276" y="0"/>
                  </a:moveTo>
                  <a:lnTo>
                    <a:pt x="0" y="26756"/>
                  </a:lnTo>
                  <a:lnTo>
                    <a:pt x="1055" y="26756"/>
                  </a:lnTo>
                  <a:lnTo>
                    <a:pt x="203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0"/>
            <p:cNvSpPr/>
            <p:nvPr/>
          </p:nvSpPr>
          <p:spPr>
            <a:xfrm>
              <a:off x="6068575" y="-64950"/>
              <a:ext cx="508775" cy="668900"/>
            </a:xfrm>
            <a:custGeom>
              <a:rect b="b" l="l" r="r" t="t"/>
              <a:pathLst>
                <a:path extrusionOk="0" h="26756" w="20351">
                  <a:moveTo>
                    <a:pt x="19296" y="0"/>
                  </a:moveTo>
                  <a:lnTo>
                    <a:pt x="1" y="26756"/>
                  </a:lnTo>
                  <a:lnTo>
                    <a:pt x="1056" y="26756"/>
                  </a:lnTo>
                  <a:lnTo>
                    <a:pt x="203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0"/>
            <p:cNvSpPr/>
            <p:nvPr/>
          </p:nvSpPr>
          <p:spPr>
            <a:xfrm>
              <a:off x="6243825" y="-64950"/>
              <a:ext cx="508300" cy="668900"/>
            </a:xfrm>
            <a:custGeom>
              <a:rect b="b" l="l" r="r" t="t"/>
              <a:pathLst>
                <a:path extrusionOk="0" h="26756" w="20332">
                  <a:moveTo>
                    <a:pt x="19276" y="0"/>
                  </a:moveTo>
                  <a:lnTo>
                    <a:pt x="0" y="26756"/>
                  </a:lnTo>
                  <a:lnTo>
                    <a:pt x="1055" y="26756"/>
                  </a:lnTo>
                  <a:lnTo>
                    <a:pt x="203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1" name="Google Shape;701;p20"/>
          <p:cNvSpPr/>
          <p:nvPr/>
        </p:nvSpPr>
        <p:spPr>
          <a:xfrm rot="5400000">
            <a:off x="6733375" y="3701700"/>
            <a:ext cx="2587200" cy="296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0"/>
          <p:cNvSpPr/>
          <p:nvPr/>
        </p:nvSpPr>
        <p:spPr>
          <a:xfrm flipH="1" rot="10800000">
            <a:off x="0" y="0"/>
            <a:ext cx="1857300" cy="18081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0"/>
          <p:cNvSpPr/>
          <p:nvPr/>
        </p:nvSpPr>
        <p:spPr>
          <a:xfrm>
            <a:off x="8486600" y="0"/>
            <a:ext cx="500100" cy="500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4" name="Google Shape;704;p20"/>
          <p:cNvGrpSpPr/>
          <p:nvPr/>
        </p:nvGrpSpPr>
        <p:grpSpPr>
          <a:xfrm>
            <a:off x="5852563" y="211200"/>
            <a:ext cx="2026200" cy="78000"/>
            <a:chOff x="6727425" y="4608275"/>
            <a:chExt cx="2026200" cy="78000"/>
          </a:xfrm>
        </p:grpSpPr>
        <p:sp>
          <p:nvSpPr>
            <p:cNvPr id="705" name="Google Shape;705;p20"/>
            <p:cNvSpPr/>
            <p:nvPr/>
          </p:nvSpPr>
          <p:spPr>
            <a:xfrm>
              <a:off x="67274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0"/>
            <p:cNvSpPr/>
            <p:nvPr/>
          </p:nvSpPr>
          <p:spPr>
            <a:xfrm>
              <a:off x="70521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0"/>
            <p:cNvSpPr/>
            <p:nvPr/>
          </p:nvSpPr>
          <p:spPr>
            <a:xfrm>
              <a:off x="73768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0"/>
            <p:cNvSpPr/>
            <p:nvPr/>
          </p:nvSpPr>
          <p:spPr>
            <a:xfrm>
              <a:off x="77015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0"/>
            <p:cNvSpPr/>
            <p:nvPr/>
          </p:nvSpPr>
          <p:spPr>
            <a:xfrm>
              <a:off x="80262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0"/>
            <p:cNvSpPr/>
            <p:nvPr/>
          </p:nvSpPr>
          <p:spPr>
            <a:xfrm>
              <a:off x="83509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0"/>
            <p:cNvSpPr/>
            <p:nvPr/>
          </p:nvSpPr>
          <p:spPr>
            <a:xfrm>
              <a:off x="86756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2" name="Google Shape;712;p20"/>
          <p:cNvSpPr/>
          <p:nvPr/>
        </p:nvSpPr>
        <p:spPr>
          <a:xfrm>
            <a:off x="8486600" y="1748100"/>
            <a:ext cx="250200" cy="250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0"/>
          <p:cNvSpPr/>
          <p:nvPr/>
        </p:nvSpPr>
        <p:spPr>
          <a:xfrm flipH="1" rot="10800000">
            <a:off x="0" y="100"/>
            <a:ext cx="1377000" cy="13404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0">
    <p:spTree>
      <p:nvGrpSpPr>
        <p:cNvPr id="714" name="Shape 714"/>
        <p:cNvGrpSpPr/>
        <p:nvPr/>
      </p:nvGrpSpPr>
      <p:grpSpPr>
        <a:xfrm>
          <a:off x="0" y="0"/>
          <a:ext cx="0" cy="0"/>
          <a:chOff x="0" y="0"/>
          <a:chExt cx="0" cy="0"/>
        </a:xfrm>
      </p:grpSpPr>
      <p:grpSp>
        <p:nvGrpSpPr>
          <p:cNvPr id="715" name="Google Shape;715;p21"/>
          <p:cNvGrpSpPr/>
          <p:nvPr/>
        </p:nvGrpSpPr>
        <p:grpSpPr>
          <a:xfrm>
            <a:off x="-372325" y="-64950"/>
            <a:ext cx="7124450" cy="668900"/>
            <a:chOff x="-372325" y="-64950"/>
            <a:chExt cx="7124450" cy="668900"/>
          </a:xfrm>
        </p:grpSpPr>
        <p:sp>
          <p:nvSpPr>
            <p:cNvPr id="716" name="Google Shape;716;p21"/>
            <p:cNvSpPr/>
            <p:nvPr/>
          </p:nvSpPr>
          <p:spPr>
            <a:xfrm>
              <a:off x="-3723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1"/>
            <p:cNvSpPr/>
            <p:nvPr/>
          </p:nvSpPr>
          <p:spPr>
            <a:xfrm>
              <a:off x="-197100" y="-64950"/>
              <a:ext cx="508300" cy="668900"/>
            </a:xfrm>
            <a:custGeom>
              <a:rect b="b" l="l" r="r" t="t"/>
              <a:pathLst>
                <a:path extrusionOk="0" h="26756" w="20332">
                  <a:moveTo>
                    <a:pt x="19277"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1"/>
            <p:cNvSpPr/>
            <p:nvPr/>
          </p:nvSpPr>
          <p:spPr>
            <a:xfrm>
              <a:off x="-223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1"/>
            <p:cNvSpPr/>
            <p:nvPr/>
          </p:nvSpPr>
          <p:spPr>
            <a:xfrm>
              <a:off x="15242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1"/>
            <p:cNvSpPr/>
            <p:nvPr/>
          </p:nvSpPr>
          <p:spPr>
            <a:xfrm>
              <a:off x="327675"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1"/>
            <p:cNvSpPr/>
            <p:nvPr/>
          </p:nvSpPr>
          <p:spPr>
            <a:xfrm>
              <a:off x="502425" y="-64950"/>
              <a:ext cx="508800" cy="668900"/>
            </a:xfrm>
            <a:custGeom>
              <a:rect b="b" l="l" r="r" t="t"/>
              <a:pathLst>
                <a:path extrusionOk="0" h="26756" w="20352">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1"/>
            <p:cNvSpPr/>
            <p:nvPr/>
          </p:nvSpPr>
          <p:spPr>
            <a:xfrm>
              <a:off x="677675"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1"/>
            <p:cNvSpPr/>
            <p:nvPr/>
          </p:nvSpPr>
          <p:spPr>
            <a:xfrm>
              <a:off x="852450" y="-64950"/>
              <a:ext cx="508300" cy="668900"/>
            </a:xfrm>
            <a:custGeom>
              <a:rect b="b" l="l" r="r" t="t"/>
              <a:pathLst>
                <a:path extrusionOk="0" h="26756" w="20332">
                  <a:moveTo>
                    <a:pt x="19295"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1"/>
            <p:cNvSpPr/>
            <p:nvPr/>
          </p:nvSpPr>
          <p:spPr>
            <a:xfrm>
              <a:off x="1027675" y="-64950"/>
              <a:ext cx="508300" cy="668900"/>
            </a:xfrm>
            <a:custGeom>
              <a:rect b="b" l="l" r="r" t="t"/>
              <a:pathLst>
                <a:path extrusionOk="0" h="26756" w="20332">
                  <a:moveTo>
                    <a:pt x="19277" y="0"/>
                  </a:moveTo>
                  <a:lnTo>
                    <a:pt x="1"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1"/>
            <p:cNvSpPr/>
            <p:nvPr/>
          </p:nvSpPr>
          <p:spPr>
            <a:xfrm>
              <a:off x="1202450" y="-64950"/>
              <a:ext cx="508300" cy="668900"/>
            </a:xfrm>
            <a:custGeom>
              <a:rect b="b" l="l" r="r" t="t"/>
              <a:pathLst>
                <a:path extrusionOk="0" h="26756" w="20332">
                  <a:moveTo>
                    <a:pt x="19295"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1"/>
            <p:cNvSpPr/>
            <p:nvPr/>
          </p:nvSpPr>
          <p:spPr>
            <a:xfrm>
              <a:off x="1377675" y="-64950"/>
              <a:ext cx="508325" cy="668900"/>
            </a:xfrm>
            <a:custGeom>
              <a:rect b="b" l="l" r="r" t="t"/>
              <a:pathLst>
                <a:path extrusionOk="0" h="26756" w="20333">
                  <a:moveTo>
                    <a:pt x="19277" y="0"/>
                  </a:moveTo>
                  <a:lnTo>
                    <a:pt x="1"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1"/>
            <p:cNvSpPr/>
            <p:nvPr/>
          </p:nvSpPr>
          <p:spPr>
            <a:xfrm>
              <a:off x="1552450"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1"/>
            <p:cNvSpPr/>
            <p:nvPr/>
          </p:nvSpPr>
          <p:spPr>
            <a:xfrm>
              <a:off x="1727225" y="-64950"/>
              <a:ext cx="508775" cy="668900"/>
            </a:xfrm>
            <a:custGeom>
              <a:rect b="b" l="l" r="r" t="t"/>
              <a:pathLst>
                <a:path extrusionOk="0" h="26756" w="20351">
                  <a:moveTo>
                    <a:pt x="19295" y="0"/>
                  </a:moveTo>
                  <a:lnTo>
                    <a:pt x="0" y="26756"/>
                  </a:lnTo>
                  <a:lnTo>
                    <a:pt x="1055" y="26756"/>
                  </a:lnTo>
                  <a:lnTo>
                    <a:pt x="2035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1"/>
            <p:cNvSpPr/>
            <p:nvPr/>
          </p:nvSpPr>
          <p:spPr>
            <a:xfrm>
              <a:off x="188597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1"/>
            <p:cNvSpPr/>
            <p:nvPr/>
          </p:nvSpPr>
          <p:spPr>
            <a:xfrm>
              <a:off x="206072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1"/>
            <p:cNvSpPr/>
            <p:nvPr/>
          </p:nvSpPr>
          <p:spPr>
            <a:xfrm>
              <a:off x="2235975"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1"/>
            <p:cNvSpPr/>
            <p:nvPr/>
          </p:nvSpPr>
          <p:spPr>
            <a:xfrm>
              <a:off x="2410725" y="-64950"/>
              <a:ext cx="508325" cy="668900"/>
            </a:xfrm>
            <a:custGeom>
              <a:rect b="b" l="l" r="r" t="t"/>
              <a:pathLst>
                <a:path extrusionOk="0" h="26756" w="20333">
                  <a:moveTo>
                    <a:pt x="19296"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1"/>
            <p:cNvSpPr/>
            <p:nvPr/>
          </p:nvSpPr>
          <p:spPr>
            <a:xfrm>
              <a:off x="2585975" y="-64950"/>
              <a:ext cx="508300" cy="668900"/>
            </a:xfrm>
            <a:custGeom>
              <a:rect b="b" l="l" r="r" t="t"/>
              <a:pathLst>
                <a:path extrusionOk="0" h="26756" w="20332">
                  <a:moveTo>
                    <a:pt x="19276"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1"/>
            <p:cNvSpPr/>
            <p:nvPr/>
          </p:nvSpPr>
          <p:spPr>
            <a:xfrm>
              <a:off x="27607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1"/>
            <p:cNvSpPr/>
            <p:nvPr/>
          </p:nvSpPr>
          <p:spPr>
            <a:xfrm>
              <a:off x="29355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1"/>
            <p:cNvSpPr/>
            <p:nvPr/>
          </p:nvSpPr>
          <p:spPr>
            <a:xfrm>
              <a:off x="31107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1"/>
            <p:cNvSpPr/>
            <p:nvPr/>
          </p:nvSpPr>
          <p:spPr>
            <a:xfrm>
              <a:off x="32855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1"/>
            <p:cNvSpPr/>
            <p:nvPr/>
          </p:nvSpPr>
          <p:spPr>
            <a:xfrm>
              <a:off x="3460750"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1"/>
            <p:cNvSpPr/>
            <p:nvPr/>
          </p:nvSpPr>
          <p:spPr>
            <a:xfrm>
              <a:off x="3635500" y="-64950"/>
              <a:ext cx="508800" cy="668900"/>
            </a:xfrm>
            <a:custGeom>
              <a:rect b="b" l="l" r="r" t="t"/>
              <a:pathLst>
                <a:path extrusionOk="0" h="26756" w="20352">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1"/>
            <p:cNvSpPr/>
            <p:nvPr/>
          </p:nvSpPr>
          <p:spPr>
            <a:xfrm>
              <a:off x="3810750" y="-64950"/>
              <a:ext cx="508300" cy="668900"/>
            </a:xfrm>
            <a:custGeom>
              <a:rect b="b" l="l" r="r" t="t"/>
              <a:pathLst>
                <a:path extrusionOk="0" h="26756" w="20332">
                  <a:moveTo>
                    <a:pt x="19277" y="0"/>
                  </a:moveTo>
                  <a:lnTo>
                    <a:pt x="0"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1"/>
            <p:cNvSpPr/>
            <p:nvPr/>
          </p:nvSpPr>
          <p:spPr>
            <a:xfrm>
              <a:off x="3985525" y="-64950"/>
              <a:ext cx="508300" cy="668900"/>
            </a:xfrm>
            <a:custGeom>
              <a:rect b="b" l="l" r="r" t="t"/>
              <a:pathLst>
                <a:path extrusionOk="0" h="26756" w="20332">
                  <a:moveTo>
                    <a:pt x="19295"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21"/>
            <p:cNvSpPr/>
            <p:nvPr/>
          </p:nvSpPr>
          <p:spPr>
            <a:xfrm>
              <a:off x="4144275" y="-64950"/>
              <a:ext cx="508300" cy="668900"/>
            </a:xfrm>
            <a:custGeom>
              <a:rect b="b" l="l" r="r" t="t"/>
              <a:pathLst>
                <a:path extrusionOk="0" h="26756" w="20332">
                  <a:moveTo>
                    <a:pt x="19276" y="0"/>
                  </a:moveTo>
                  <a:lnTo>
                    <a:pt x="0" y="26756"/>
                  </a:lnTo>
                  <a:lnTo>
                    <a:pt x="1036"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1"/>
            <p:cNvSpPr/>
            <p:nvPr/>
          </p:nvSpPr>
          <p:spPr>
            <a:xfrm>
              <a:off x="4319025"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1"/>
            <p:cNvSpPr/>
            <p:nvPr/>
          </p:nvSpPr>
          <p:spPr>
            <a:xfrm>
              <a:off x="4493800" y="-64950"/>
              <a:ext cx="508775" cy="668900"/>
            </a:xfrm>
            <a:custGeom>
              <a:rect b="b" l="l" r="r" t="t"/>
              <a:pathLst>
                <a:path extrusionOk="0" h="26756" w="20351">
                  <a:moveTo>
                    <a:pt x="19295" y="0"/>
                  </a:moveTo>
                  <a:lnTo>
                    <a:pt x="0"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1"/>
            <p:cNvSpPr/>
            <p:nvPr/>
          </p:nvSpPr>
          <p:spPr>
            <a:xfrm>
              <a:off x="4669025"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1"/>
            <p:cNvSpPr/>
            <p:nvPr/>
          </p:nvSpPr>
          <p:spPr>
            <a:xfrm>
              <a:off x="4843800"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1"/>
            <p:cNvSpPr/>
            <p:nvPr/>
          </p:nvSpPr>
          <p:spPr>
            <a:xfrm>
              <a:off x="5019050"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1"/>
            <p:cNvSpPr/>
            <p:nvPr/>
          </p:nvSpPr>
          <p:spPr>
            <a:xfrm>
              <a:off x="5193800" y="-64950"/>
              <a:ext cx="508300" cy="668900"/>
            </a:xfrm>
            <a:custGeom>
              <a:rect b="b" l="l" r="r" t="t"/>
              <a:pathLst>
                <a:path extrusionOk="0" h="26756" w="20332">
                  <a:moveTo>
                    <a:pt x="19296"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1"/>
            <p:cNvSpPr/>
            <p:nvPr/>
          </p:nvSpPr>
          <p:spPr>
            <a:xfrm>
              <a:off x="5369050" y="-64950"/>
              <a:ext cx="508300" cy="668900"/>
            </a:xfrm>
            <a:custGeom>
              <a:rect b="b" l="l" r="r" t="t"/>
              <a:pathLst>
                <a:path extrusionOk="0" h="26756" w="20332">
                  <a:moveTo>
                    <a:pt x="19276" y="0"/>
                  </a:moveTo>
                  <a:lnTo>
                    <a:pt x="0" y="26756"/>
                  </a:lnTo>
                  <a:lnTo>
                    <a:pt x="1055"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1"/>
            <p:cNvSpPr/>
            <p:nvPr/>
          </p:nvSpPr>
          <p:spPr>
            <a:xfrm>
              <a:off x="5543800" y="-64950"/>
              <a:ext cx="508325" cy="668900"/>
            </a:xfrm>
            <a:custGeom>
              <a:rect b="b" l="l" r="r" t="t"/>
              <a:pathLst>
                <a:path extrusionOk="0" h="26756" w="20333">
                  <a:moveTo>
                    <a:pt x="19277" y="0"/>
                  </a:moveTo>
                  <a:lnTo>
                    <a:pt x="1" y="26756"/>
                  </a:lnTo>
                  <a:lnTo>
                    <a:pt x="1056"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1"/>
            <p:cNvSpPr/>
            <p:nvPr/>
          </p:nvSpPr>
          <p:spPr>
            <a:xfrm>
              <a:off x="5719050" y="-64950"/>
              <a:ext cx="508300" cy="668900"/>
            </a:xfrm>
            <a:custGeom>
              <a:rect b="b" l="l" r="r" t="t"/>
              <a:pathLst>
                <a:path extrusionOk="0" h="26756" w="20332">
                  <a:moveTo>
                    <a:pt x="19276" y="0"/>
                  </a:moveTo>
                  <a:lnTo>
                    <a:pt x="0" y="26756"/>
                  </a:lnTo>
                  <a:lnTo>
                    <a:pt x="1037" y="26756"/>
                  </a:lnTo>
                  <a:lnTo>
                    <a:pt x="20332"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1"/>
            <p:cNvSpPr/>
            <p:nvPr/>
          </p:nvSpPr>
          <p:spPr>
            <a:xfrm>
              <a:off x="58938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1"/>
            <p:cNvSpPr/>
            <p:nvPr/>
          </p:nvSpPr>
          <p:spPr>
            <a:xfrm>
              <a:off x="6068575" y="-64950"/>
              <a:ext cx="508775" cy="668900"/>
            </a:xfrm>
            <a:custGeom>
              <a:rect b="b" l="l" r="r" t="t"/>
              <a:pathLst>
                <a:path extrusionOk="0" h="26756" w="20351">
                  <a:moveTo>
                    <a:pt x="19296" y="0"/>
                  </a:moveTo>
                  <a:lnTo>
                    <a:pt x="1" y="26756"/>
                  </a:lnTo>
                  <a:lnTo>
                    <a:pt x="1056" y="26756"/>
                  </a:lnTo>
                  <a:lnTo>
                    <a:pt x="2035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1"/>
            <p:cNvSpPr/>
            <p:nvPr/>
          </p:nvSpPr>
          <p:spPr>
            <a:xfrm>
              <a:off x="6243825" y="-64950"/>
              <a:ext cx="508300" cy="668900"/>
            </a:xfrm>
            <a:custGeom>
              <a:rect b="b" l="l" r="r" t="t"/>
              <a:pathLst>
                <a:path extrusionOk="0" h="26756" w="20332">
                  <a:moveTo>
                    <a:pt x="19276" y="0"/>
                  </a:moveTo>
                  <a:lnTo>
                    <a:pt x="0" y="26756"/>
                  </a:lnTo>
                  <a:lnTo>
                    <a:pt x="1055" y="26756"/>
                  </a:lnTo>
                  <a:lnTo>
                    <a:pt x="203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5" name="Google Shape;755;p21"/>
          <p:cNvSpPr/>
          <p:nvPr/>
        </p:nvSpPr>
        <p:spPr>
          <a:xfrm>
            <a:off x="8512950" y="9"/>
            <a:ext cx="290700" cy="3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1"/>
          <p:cNvSpPr/>
          <p:nvPr/>
        </p:nvSpPr>
        <p:spPr>
          <a:xfrm>
            <a:off x="-675" y="3335400"/>
            <a:ext cx="1857300" cy="18081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1"/>
          <p:cNvSpPr/>
          <p:nvPr/>
        </p:nvSpPr>
        <p:spPr>
          <a:xfrm>
            <a:off x="-675" y="3803000"/>
            <a:ext cx="1377000" cy="13404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1"/>
          <p:cNvSpPr/>
          <p:nvPr/>
        </p:nvSpPr>
        <p:spPr>
          <a:xfrm>
            <a:off x="568550" y="4365775"/>
            <a:ext cx="375300" cy="375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9" name="Google Shape;759;p21"/>
          <p:cNvGrpSpPr/>
          <p:nvPr/>
        </p:nvGrpSpPr>
        <p:grpSpPr>
          <a:xfrm rot="5400000">
            <a:off x="7645200" y="3593975"/>
            <a:ext cx="2026200" cy="78000"/>
            <a:chOff x="6727425" y="4608275"/>
            <a:chExt cx="2026200" cy="78000"/>
          </a:xfrm>
        </p:grpSpPr>
        <p:sp>
          <p:nvSpPr>
            <p:cNvPr id="760" name="Google Shape;760;p21"/>
            <p:cNvSpPr/>
            <p:nvPr/>
          </p:nvSpPr>
          <p:spPr>
            <a:xfrm>
              <a:off x="67274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1"/>
            <p:cNvSpPr/>
            <p:nvPr/>
          </p:nvSpPr>
          <p:spPr>
            <a:xfrm>
              <a:off x="70521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1"/>
            <p:cNvSpPr/>
            <p:nvPr/>
          </p:nvSpPr>
          <p:spPr>
            <a:xfrm>
              <a:off x="73768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1"/>
            <p:cNvSpPr/>
            <p:nvPr/>
          </p:nvSpPr>
          <p:spPr>
            <a:xfrm>
              <a:off x="77015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1"/>
            <p:cNvSpPr/>
            <p:nvPr/>
          </p:nvSpPr>
          <p:spPr>
            <a:xfrm>
              <a:off x="80262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1"/>
            <p:cNvSpPr/>
            <p:nvPr/>
          </p:nvSpPr>
          <p:spPr>
            <a:xfrm>
              <a:off x="83509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1"/>
            <p:cNvSpPr/>
            <p:nvPr/>
          </p:nvSpPr>
          <p:spPr>
            <a:xfrm>
              <a:off x="86756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_1">
    <p:spTree>
      <p:nvGrpSpPr>
        <p:cNvPr id="767" name="Shape 767"/>
        <p:cNvGrpSpPr/>
        <p:nvPr/>
      </p:nvGrpSpPr>
      <p:grpSpPr>
        <a:xfrm>
          <a:off x="0" y="0"/>
          <a:ext cx="0" cy="0"/>
          <a:chOff x="0" y="0"/>
          <a:chExt cx="0" cy="0"/>
        </a:xfrm>
      </p:grpSpPr>
      <p:sp>
        <p:nvSpPr>
          <p:cNvPr id="768" name="Google Shape;768;p22"/>
          <p:cNvSpPr/>
          <p:nvPr/>
        </p:nvSpPr>
        <p:spPr>
          <a:xfrm>
            <a:off x="8598225" y="0"/>
            <a:ext cx="322500" cy="2845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2"/>
          <p:cNvSpPr/>
          <p:nvPr/>
        </p:nvSpPr>
        <p:spPr>
          <a:xfrm rot="-5400000">
            <a:off x="7432125" y="-875412"/>
            <a:ext cx="290700" cy="2041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0" name="Google Shape;770;p22"/>
          <p:cNvGrpSpPr/>
          <p:nvPr/>
        </p:nvGrpSpPr>
        <p:grpSpPr>
          <a:xfrm>
            <a:off x="-26750" y="0"/>
            <a:ext cx="1857300" cy="1808100"/>
            <a:chOff x="-675" y="51150"/>
            <a:chExt cx="1857300" cy="1808100"/>
          </a:xfrm>
        </p:grpSpPr>
        <p:sp>
          <p:nvSpPr>
            <p:cNvPr id="771" name="Google Shape;771;p22"/>
            <p:cNvSpPr/>
            <p:nvPr/>
          </p:nvSpPr>
          <p:spPr>
            <a:xfrm flipH="1" rot="10800000">
              <a:off x="-675" y="51150"/>
              <a:ext cx="1857300" cy="1808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2"/>
            <p:cNvSpPr/>
            <p:nvPr/>
          </p:nvSpPr>
          <p:spPr>
            <a:xfrm flipH="1" rot="10800000">
              <a:off x="-675" y="51250"/>
              <a:ext cx="1377000" cy="13404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2"/>
            <p:cNvSpPr/>
            <p:nvPr/>
          </p:nvSpPr>
          <p:spPr>
            <a:xfrm>
              <a:off x="454650" y="488400"/>
              <a:ext cx="466200" cy="466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4" name="Google Shape;774;p22"/>
          <p:cNvGrpSpPr/>
          <p:nvPr/>
        </p:nvGrpSpPr>
        <p:grpSpPr>
          <a:xfrm>
            <a:off x="5346325" y="106350"/>
            <a:ext cx="2026200" cy="78000"/>
            <a:chOff x="6727425" y="4608275"/>
            <a:chExt cx="2026200" cy="78000"/>
          </a:xfrm>
        </p:grpSpPr>
        <p:sp>
          <p:nvSpPr>
            <p:cNvPr id="775" name="Google Shape;775;p22"/>
            <p:cNvSpPr/>
            <p:nvPr/>
          </p:nvSpPr>
          <p:spPr>
            <a:xfrm>
              <a:off x="67274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2"/>
            <p:cNvSpPr/>
            <p:nvPr/>
          </p:nvSpPr>
          <p:spPr>
            <a:xfrm>
              <a:off x="70521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2"/>
            <p:cNvSpPr/>
            <p:nvPr/>
          </p:nvSpPr>
          <p:spPr>
            <a:xfrm>
              <a:off x="73768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2"/>
            <p:cNvSpPr/>
            <p:nvPr/>
          </p:nvSpPr>
          <p:spPr>
            <a:xfrm>
              <a:off x="77015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2"/>
            <p:cNvSpPr/>
            <p:nvPr/>
          </p:nvSpPr>
          <p:spPr>
            <a:xfrm>
              <a:off x="80262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2"/>
            <p:cNvSpPr/>
            <p:nvPr/>
          </p:nvSpPr>
          <p:spPr>
            <a:xfrm>
              <a:off x="83509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2"/>
            <p:cNvSpPr/>
            <p:nvPr/>
          </p:nvSpPr>
          <p:spPr>
            <a:xfrm>
              <a:off x="8675625" y="4608275"/>
              <a:ext cx="78000" cy="78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2" name="Google Shape;782;p22"/>
          <p:cNvGrpSpPr/>
          <p:nvPr/>
        </p:nvGrpSpPr>
        <p:grpSpPr>
          <a:xfrm>
            <a:off x="-372325" y="4501925"/>
            <a:ext cx="7124450" cy="668900"/>
            <a:chOff x="-372325" y="-64950"/>
            <a:chExt cx="7124450" cy="668900"/>
          </a:xfrm>
        </p:grpSpPr>
        <p:sp>
          <p:nvSpPr>
            <p:cNvPr id="783" name="Google Shape;783;p22"/>
            <p:cNvSpPr/>
            <p:nvPr/>
          </p:nvSpPr>
          <p:spPr>
            <a:xfrm>
              <a:off x="-372325" y="-64950"/>
              <a:ext cx="508300" cy="668900"/>
            </a:xfrm>
            <a:custGeom>
              <a:rect b="b" l="l" r="r" t="t"/>
              <a:pathLst>
                <a:path extrusionOk="0" h="26756" w="20332">
                  <a:moveTo>
                    <a:pt x="19276" y="0"/>
                  </a:moveTo>
                  <a:lnTo>
                    <a:pt x="0" y="26756"/>
                  </a:lnTo>
                  <a:lnTo>
                    <a:pt x="1055" y="26756"/>
                  </a:lnTo>
                  <a:lnTo>
                    <a:pt x="203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2"/>
            <p:cNvSpPr/>
            <p:nvPr/>
          </p:nvSpPr>
          <p:spPr>
            <a:xfrm>
              <a:off x="-197100" y="-64950"/>
              <a:ext cx="508300" cy="668900"/>
            </a:xfrm>
            <a:custGeom>
              <a:rect b="b" l="l" r="r" t="t"/>
              <a:pathLst>
                <a:path extrusionOk="0" h="26756" w="20332">
                  <a:moveTo>
                    <a:pt x="19277" y="0"/>
                  </a:moveTo>
                  <a:lnTo>
                    <a:pt x="0" y="26756"/>
                  </a:lnTo>
                  <a:lnTo>
                    <a:pt x="1037"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2"/>
            <p:cNvSpPr/>
            <p:nvPr/>
          </p:nvSpPr>
          <p:spPr>
            <a:xfrm>
              <a:off x="-22325" y="-64950"/>
              <a:ext cx="508300" cy="668900"/>
            </a:xfrm>
            <a:custGeom>
              <a:rect b="b" l="l" r="r" t="t"/>
              <a:pathLst>
                <a:path extrusionOk="0" h="26756" w="20332">
                  <a:moveTo>
                    <a:pt x="19276" y="0"/>
                  </a:moveTo>
                  <a:lnTo>
                    <a:pt x="0" y="26756"/>
                  </a:lnTo>
                  <a:lnTo>
                    <a:pt x="1055" y="26756"/>
                  </a:lnTo>
                  <a:lnTo>
                    <a:pt x="203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2"/>
            <p:cNvSpPr/>
            <p:nvPr/>
          </p:nvSpPr>
          <p:spPr>
            <a:xfrm>
              <a:off x="152425" y="-64950"/>
              <a:ext cx="508775" cy="668900"/>
            </a:xfrm>
            <a:custGeom>
              <a:rect b="b" l="l" r="r" t="t"/>
              <a:pathLst>
                <a:path extrusionOk="0" h="26756" w="20351">
                  <a:moveTo>
                    <a:pt x="19296" y="0"/>
                  </a:moveTo>
                  <a:lnTo>
                    <a:pt x="1" y="26756"/>
                  </a:lnTo>
                  <a:lnTo>
                    <a:pt x="1056" y="26756"/>
                  </a:lnTo>
                  <a:lnTo>
                    <a:pt x="203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2"/>
            <p:cNvSpPr/>
            <p:nvPr/>
          </p:nvSpPr>
          <p:spPr>
            <a:xfrm>
              <a:off x="327675" y="-64950"/>
              <a:ext cx="508300" cy="668900"/>
            </a:xfrm>
            <a:custGeom>
              <a:rect b="b" l="l" r="r" t="t"/>
              <a:pathLst>
                <a:path extrusionOk="0" h="26756" w="20332">
                  <a:moveTo>
                    <a:pt x="19276" y="0"/>
                  </a:moveTo>
                  <a:lnTo>
                    <a:pt x="0" y="26756"/>
                  </a:lnTo>
                  <a:lnTo>
                    <a:pt x="1055"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2"/>
            <p:cNvSpPr/>
            <p:nvPr/>
          </p:nvSpPr>
          <p:spPr>
            <a:xfrm>
              <a:off x="502425" y="-64950"/>
              <a:ext cx="508800" cy="668900"/>
            </a:xfrm>
            <a:custGeom>
              <a:rect b="b" l="l" r="r" t="t"/>
              <a:pathLst>
                <a:path extrusionOk="0" h="26756" w="20352">
                  <a:moveTo>
                    <a:pt x="19296" y="0"/>
                  </a:moveTo>
                  <a:lnTo>
                    <a:pt x="1" y="26756"/>
                  </a:lnTo>
                  <a:lnTo>
                    <a:pt x="1056" y="26756"/>
                  </a:lnTo>
                  <a:lnTo>
                    <a:pt x="203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2"/>
            <p:cNvSpPr/>
            <p:nvPr/>
          </p:nvSpPr>
          <p:spPr>
            <a:xfrm>
              <a:off x="677675" y="-64950"/>
              <a:ext cx="508300" cy="668900"/>
            </a:xfrm>
            <a:custGeom>
              <a:rect b="b" l="l" r="r" t="t"/>
              <a:pathLst>
                <a:path extrusionOk="0" h="26756" w="20332">
                  <a:moveTo>
                    <a:pt x="19277" y="0"/>
                  </a:moveTo>
                  <a:lnTo>
                    <a:pt x="0" y="26756"/>
                  </a:lnTo>
                  <a:lnTo>
                    <a:pt x="1056"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2"/>
            <p:cNvSpPr/>
            <p:nvPr/>
          </p:nvSpPr>
          <p:spPr>
            <a:xfrm>
              <a:off x="852450" y="-64950"/>
              <a:ext cx="508300" cy="668900"/>
            </a:xfrm>
            <a:custGeom>
              <a:rect b="b" l="l" r="r" t="t"/>
              <a:pathLst>
                <a:path extrusionOk="0" h="26756" w="20332">
                  <a:moveTo>
                    <a:pt x="19295" y="0"/>
                  </a:moveTo>
                  <a:lnTo>
                    <a:pt x="0" y="26756"/>
                  </a:lnTo>
                  <a:lnTo>
                    <a:pt x="1055" y="26756"/>
                  </a:lnTo>
                  <a:lnTo>
                    <a:pt x="203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2"/>
            <p:cNvSpPr/>
            <p:nvPr/>
          </p:nvSpPr>
          <p:spPr>
            <a:xfrm>
              <a:off x="1027675" y="-64950"/>
              <a:ext cx="508300" cy="668900"/>
            </a:xfrm>
            <a:custGeom>
              <a:rect b="b" l="l" r="r" t="t"/>
              <a:pathLst>
                <a:path extrusionOk="0" h="26756" w="20332">
                  <a:moveTo>
                    <a:pt x="19277" y="0"/>
                  </a:moveTo>
                  <a:lnTo>
                    <a:pt x="1" y="26756"/>
                  </a:lnTo>
                  <a:lnTo>
                    <a:pt x="1037"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2"/>
            <p:cNvSpPr/>
            <p:nvPr/>
          </p:nvSpPr>
          <p:spPr>
            <a:xfrm>
              <a:off x="1202450" y="-64950"/>
              <a:ext cx="508300" cy="668900"/>
            </a:xfrm>
            <a:custGeom>
              <a:rect b="b" l="l" r="r" t="t"/>
              <a:pathLst>
                <a:path extrusionOk="0" h="26756" w="20332">
                  <a:moveTo>
                    <a:pt x="19295" y="0"/>
                  </a:moveTo>
                  <a:lnTo>
                    <a:pt x="0" y="26756"/>
                  </a:lnTo>
                  <a:lnTo>
                    <a:pt x="1055"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2"/>
            <p:cNvSpPr/>
            <p:nvPr/>
          </p:nvSpPr>
          <p:spPr>
            <a:xfrm>
              <a:off x="1377675" y="-64950"/>
              <a:ext cx="508325" cy="668900"/>
            </a:xfrm>
            <a:custGeom>
              <a:rect b="b" l="l" r="r" t="t"/>
              <a:pathLst>
                <a:path extrusionOk="0" h="26756" w="20333">
                  <a:moveTo>
                    <a:pt x="19277" y="0"/>
                  </a:moveTo>
                  <a:lnTo>
                    <a:pt x="1" y="26756"/>
                  </a:lnTo>
                  <a:lnTo>
                    <a:pt x="1037"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2"/>
            <p:cNvSpPr/>
            <p:nvPr/>
          </p:nvSpPr>
          <p:spPr>
            <a:xfrm>
              <a:off x="1552450" y="-64950"/>
              <a:ext cx="508300" cy="668900"/>
            </a:xfrm>
            <a:custGeom>
              <a:rect b="b" l="l" r="r" t="t"/>
              <a:pathLst>
                <a:path extrusionOk="0" h="26756" w="20332">
                  <a:moveTo>
                    <a:pt x="19277" y="0"/>
                  </a:moveTo>
                  <a:lnTo>
                    <a:pt x="0" y="26756"/>
                  </a:lnTo>
                  <a:lnTo>
                    <a:pt x="1056"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2"/>
            <p:cNvSpPr/>
            <p:nvPr/>
          </p:nvSpPr>
          <p:spPr>
            <a:xfrm>
              <a:off x="1727225" y="-64950"/>
              <a:ext cx="508775" cy="668900"/>
            </a:xfrm>
            <a:custGeom>
              <a:rect b="b" l="l" r="r" t="t"/>
              <a:pathLst>
                <a:path extrusionOk="0" h="26756" w="20351">
                  <a:moveTo>
                    <a:pt x="19295" y="0"/>
                  </a:moveTo>
                  <a:lnTo>
                    <a:pt x="0" y="26756"/>
                  </a:lnTo>
                  <a:lnTo>
                    <a:pt x="1055" y="26756"/>
                  </a:lnTo>
                  <a:lnTo>
                    <a:pt x="2035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2"/>
            <p:cNvSpPr/>
            <p:nvPr/>
          </p:nvSpPr>
          <p:spPr>
            <a:xfrm>
              <a:off x="1885975" y="-64950"/>
              <a:ext cx="508300" cy="668900"/>
            </a:xfrm>
            <a:custGeom>
              <a:rect b="b" l="l" r="r" t="t"/>
              <a:pathLst>
                <a:path extrusionOk="0" h="26756" w="20332">
                  <a:moveTo>
                    <a:pt x="19276" y="0"/>
                  </a:moveTo>
                  <a:lnTo>
                    <a:pt x="0" y="26756"/>
                  </a:lnTo>
                  <a:lnTo>
                    <a:pt x="1055" y="26756"/>
                  </a:lnTo>
                  <a:lnTo>
                    <a:pt x="203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2"/>
            <p:cNvSpPr/>
            <p:nvPr/>
          </p:nvSpPr>
          <p:spPr>
            <a:xfrm>
              <a:off x="2060725" y="-64950"/>
              <a:ext cx="508775" cy="668900"/>
            </a:xfrm>
            <a:custGeom>
              <a:rect b="b" l="l" r="r" t="t"/>
              <a:pathLst>
                <a:path extrusionOk="0" h="26756" w="20351">
                  <a:moveTo>
                    <a:pt x="19296" y="0"/>
                  </a:moveTo>
                  <a:lnTo>
                    <a:pt x="1" y="26756"/>
                  </a:lnTo>
                  <a:lnTo>
                    <a:pt x="1056" y="26756"/>
                  </a:lnTo>
                  <a:lnTo>
                    <a:pt x="203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2"/>
            <p:cNvSpPr/>
            <p:nvPr/>
          </p:nvSpPr>
          <p:spPr>
            <a:xfrm>
              <a:off x="2235975" y="-64950"/>
              <a:ext cx="508300" cy="668900"/>
            </a:xfrm>
            <a:custGeom>
              <a:rect b="b" l="l" r="r" t="t"/>
              <a:pathLst>
                <a:path extrusionOk="0" h="26756" w="20332">
                  <a:moveTo>
                    <a:pt x="19276" y="0"/>
                  </a:moveTo>
                  <a:lnTo>
                    <a:pt x="0" y="26756"/>
                  </a:lnTo>
                  <a:lnTo>
                    <a:pt x="1055"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2"/>
            <p:cNvSpPr/>
            <p:nvPr/>
          </p:nvSpPr>
          <p:spPr>
            <a:xfrm>
              <a:off x="2410725" y="-64950"/>
              <a:ext cx="508325" cy="668900"/>
            </a:xfrm>
            <a:custGeom>
              <a:rect b="b" l="l" r="r" t="t"/>
              <a:pathLst>
                <a:path extrusionOk="0" h="26756" w="20333">
                  <a:moveTo>
                    <a:pt x="19296" y="0"/>
                  </a:moveTo>
                  <a:lnTo>
                    <a:pt x="1" y="26756"/>
                  </a:lnTo>
                  <a:lnTo>
                    <a:pt x="1056"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2"/>
            <p:cNvSpPr/>
            <p:nvPr/>
          </p:nvSpPr>
          <p:spPr>
            <a:xfrm>
              <a:off x="2585975" y="-64950"/>
              <a:ext cx="508300" cy="668900"/>
            </a:xfrm>
            <a:custGeom>
              <a:rect b="b" l="l" r="r" t="t"/>
              <a:pathLst>
                <a:path extrusionOk="0" h="26756" w="20332">
                  <a:moveTo>
                    <a:pt x="19276" y="0"/>
                  </a:moveTo>
                  <a:lnTo>
                    <a:pt x="0" y="26756"/>
                  </a:lnTo>
                  <a:lnTo>
                    <a:pt x="1037"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2"/>
            <p:cNvSpPr/>
            <p:nvPr/>
          </p:nvSpPr>
          <p:spPr>
            <a:xfrm>
              <a:off x="2760750" y="-64950"/>
              <a:ext cx="508300" cy="668900"/>
            </a:xfrm>
            <a:custGeom>
              <a:rect b="b" l="l" r="r" t="t"/>
              <a:pathLst>
                <a:path extrusionOk="0" h="26756" w="20332">
                  <a:moveTo>
                    <a:pt x="19276" y="0"/>
                  </a:moveTo>
                  <a:lnTo>
                    <a:pt x="0" y="26756"/>
                  </a:lnTo>
                  <a:lnTo>
                    <a:pt x="1055" y="26756"/>
                  </a:lnTo>
                  <a:lnTo>
                    <a:pt x="203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2"/>
            <p:cNvSpPr/>
            <p:nvPr/>
          </p:nvSpPr>
          <p:spPr>
            <a:xfrm>
              <a:off x="2935500" y="-64950"/>
              <a:ext cx="508775" cy="668900"/>
            </a:xfrm>
            <a:custGeom>
              <a:rect b="b" l="l" r="r" t="t"/>
              <a:pathLst>
                <a:path extrusionOk="0" h="26756" w="20351">
                  <a:moveTo>
                    <a:pt x="19296" y="0"/>
                  </a:moveTo>
                  <a:lnTo>
                    <a:pt x="1" y="26756"/>
                  </a:lnTo>
                  <a:lnTo>
                    <a:pt x="1056" y="26756"/>
                  </a:lnTo>
                  <a:lnTo>
                    <a:pt x="203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2"/>
            <p:cNvSpPr/>
            <p:nvPr/>
          </p:nvSpPr>
          <p:spPr>
            <a:xfrm>
              <a:off x="3110750" y="-64950"/>
              <a:ext cx="508300" cy="668900"/>
            </a:xfrm>
            <a:custGeom>
              <a:rect b="b" l="l" r="r" t="t"/>
              <a:pathLst>
                <a:path extrusionOk="0" h="26756" w="20332">
                  <a:moveTo>
                    <a:pt x="19276" y="0"/>
                  </a:moveTo>
                  <a:lnTo>
                    <a:pt x="0" y="26756"/>
                  </a:lnTo>
                  <a:lnTo>
                    <a:pt x="1055" y="26756"/>
                  </a:lnTo>
                  <a:lnTo>
                    <a:pt x="203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2"/>
            <p:cNvSpPr/>
            <p:nvPr/>
          </p:nvSpPr>
          <p:spPr>
            <a:xfrm>
              <a:off x="3285500" y="-64950"/>
              <a:ext cx="508775" cy="668900"/>
            </a:xfrm>
            <a:custGeom>
              <a:rect b="b" l="l" r="r" t="t"/>
              <a:pathLst>
                <a:path extrusionOk="0" h="26756" w="20351">
                  <a:moveTo>
                    <a:pt x="19296" y="0"/>
                  </a:moveTo>
                  <a:lnTo>
                    <a:pt x="1" y="26756"/>
                  </a:lnTo>
                  <a:lnTo>
                    <a:pt x="1056" y="26756"/>
                  </a:lnTo>
                  <a:lnTo>
                    <a:pt x="203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2"/>
            <p:cNvSpPr/>
            <p:nvPr/>
          </p:nvSpPr>
          <p:spPr>
            <a:xfrm>
              <a:off x="3460750" y="-64950"/>
              <a:ext cx="508300" cy="668900"/>
            </a:xfrm>
            <a:custGeom>
              <a:rect b="b" l="l" r="r" t="t"/>
              <a:pathLst>
                <a:path extrusionOk="0" h="26756" w="20332">
                  <a:moveTo>
                    <a:pt x="19276" y="0"/>
                  </a:moveTo>
                  <a:lnTo>
                    <a:pt x="0" y="26756"/>
                  </a:lnTo>
                  <a:lnTo>
                    <a:pt x="1055"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2"/>
            <p:cNvSpPr/>
            <p:nvPr/>
          </p:nvSpPr>
          <p:spPr>
            <a:xfrm>
              <a:off x="3635500" y="-64950"/>
              <a:ext cx="508800" cy="668900"/>
            </a:xfrm>
            <a:custGeom>
              <a:rect b="b" l="l" r="r" t="t"/>
              <a:pathLst>
                <a:path extrusionOk="0" h="26756" w="20352">
                  <a:moveTo>
                    <a:pt x="19296" y="0"/>
                  </a:moveTo>
                  <a:lnTo>
                    <a:pt x="1" y="26756"/>
                  </a:lnTo>
                  <a:lnTo>
                    <a:pt x="1056" y="26756"/>
                  </a:lnTo>
                  <a:lnTo>
                    <a:pt x="203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2"/>
            <p:cNvSpPr/>
            <p:nvPr/>
          </p:nvSpPr>
          <p:spPr>
            <a:xfrm>
              <a:off x="3810750" y="-64950"/>
              <a:ext cx="508300" cy="668900"/>
            </a:xfrm>
            <a:custGeom>
              <a:rect b="b" l="l" r="r" t="t"/>
              <a:pathLst>
                <a:path extrusionOk="0" h="26756" w="20332">
                  <a:moveTo>
                    <a:pt x="19277" y="0"/>
                  </a:moveTo>
                  <a:lnTo>
                    <a:pt x="0" y="26756"/>
                  </a:lnTo>
                  <a:lnTo>
                    <a:pt x="1056"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2"/>
            <p:cNvSpPr/>
            <p:nvPr/>
          </p:nvSpPr>
          <p:spPr>
            <a:xfrm>
              <a:off x="3985525" y="-64950"/>
              <a:ext cx="508300" cy="668900"/>
            </a:xfrm>
            <a:custGeom>
              <a:rect b="b" l="l" r="r" t="t"/>
              <a:pathLst>
                <a:path extrusionOk="0" h="26756" w="20332">
                  <a:moveTo>
                    <a:pt x="19295" y="0"/>
                  </a:moveTo>
                  <a:lnTo>
                    <a:pt x="0" y="26756"/>
                  </a:lnTo>
                  <a:lnTo>
                    <a:pt x="1055" y="26756"/>
                  </a:lnTo>
                  <a:lnTo>
                    <a:pt x="203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2"/>
            <p:cNvSpPr/>
            <p:nvPr/>
          </p:nvSpPr>
          <p:spPr>
            <a:xfrm>
              <a:off x="4144275" y="-64950"/>
              <a:ext cx="508300" cy="668900"/>
            </a:xfrm>
            <a:custGeom>
              <a:rect b="b" l="l" r="r" t="t"/>
              <a:pathLst>
                <a:path extrusionOk="0" h="26756" w="20332">
                  <a:moveTo>
                    <a:pt x="19276" y="0"/>
                  </a:moveTo>
                  <a:lnTo>
                    <a:pt x="0" y="26756"/>
                  </a:lnTo>
                  <a:lnTo>
                    <a:pt x="1036" y="26756"/>
                  </a:lnTo>
                  <a:lnTo>
                    <a:pt x="203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2"/>
            <p:cNvSpPr/>
            <p:nvPr/>
          </p:nvSpPr>
          <p:spPr>
            <a:xfrm>
              <a:off x="4319025" y="-64950"/>
              <a:ext cx="508325" cy="668900"/>
            </a:xfrm>
            <a:custGeom>
              <a:rect b="b" l="l" r="r" t="t"/>
              <a:pathLst>
                <a:path extrusionOk="0" h="26756" w="20333">
                  <a:moveTo>
                    <a:pt x="19277" y="0"/>
                  </a:moveTo>
                  <a:lnTo>
                    <a:pt x="1" y="26756"/>
                  </a:lnTo>
                  <a:lnTo>
                    <a:pt x="1056"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2"/>
            <p:cNvSpPr/>
            <p:nvPr/>
          </p:nvSpPr>
          <p:spPr>
            <a:xfrm>
              <a:off x="4493800" y="-64950"/>
              <a:ext cx="508775" cy="668900"/>
            </a:xfrm>
            <a:custGeom>
              <a:rect b="b" l="l" r="r" t="t"/>
              <a:pathLst>
                <a:path extrusionOk="0" h="26756" w="20351">
                  <a:moveTo>
                    <a:pt x="19295" y="0"/>
                  </a:moveTo>
                  <a:lnTo>
                    <a:pt x="0" y="26756"/>
                  </a:lnTo>
                  <a:lnTo>
                    <a:pt x="1056" y="26756"/>
                  </a:lnTo>
                  <a:lnTo>
                    <a:pt x="203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2"/>
            <p:cNvSpPr/>
            <p:nvPr/>
          </p:nvSpPr>
          <p:spPr>
            <a:xfrm>
              <a:off x="4669025" y="-64950"/>
              <a:ext cx="508325" cy="668900"/>
            </a:xfrm>
            <a:custGeom>
              <a:rect b="b" l="l" r="r" t="t"/>
              <a:pathLst>
                <a:path extrusionOk="0" h="26756" w="20333">
                  <a:moveTo>
                    <a:pt x="19277" y="0"/>
                  </a:moveTo>
                  <a:lnTo>
                    <a:pt x="1" y="26756"/>
                  </a:lnTo>
                  <a:lnTo>
                    <a:pt x="1056"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2"/>
            <p:cNvSpPr/>
            <p:nvPr/>
          </p:nvSpPr>
          <p:spPr>
            <a:xfrm>
              <a:off x="4843800" y="-64950"/>
              <a:ext cx="508775" cy="668900"/>
            </a:xfrm>
            <a:custGeom>
              <a:rect b="b" l="l" r="r" t="t"/>
              <a:pathLst>
                <a:path extrusionOk="0" h="26756" w="20351">
                  <a:moveTo>
                    <a:pt x="19296" y="0"/>
                  </a:moveTo>
                  <a:lnTo>
                    <a:pt x="1" y="26756"/>
                  </a:lnTo>
                  <a:lnTo>
                    <a:pt x="1056" y="26756"/>
                  </a:lnTo>
                  <a:lnTo>
                    <a:pt x="203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2"/>
            <p:cNvSpPr/>
            <p:nvPr/>
          </p:nvSpPr>
          <p:spPr>
            <a:xfrm>
              <a:off x="5019050" y="-64950"/>
              <a:ext cx="508300" cy="668900"/>
            </a:xfrm>
            <a:custGeom>
              <a:rect b="b" l="l" r="r" t="t"/>
              <a:pathLst>
                <a:path extrusionOk="0" h="26756" w="20332">
                  <a:moveTo>
                    <a:pt x="19276" y="0"/>
                  </a:moveTo>
                  <a:lnTo>
                    <a:pt x="0" y="26756"/>
                  </a:lnTo>
                  <a:lnTo>
                    <a:pt x="1055" y="26756"/>
                  </a:lnTo>
                  <a:lnTo>
                    <a:pt x="203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2"/>
            <p:cNvSpPr/>
            <p:nvPr/>
          </p:nvSpPr>
          <p:spPr>
            <a:xfrm>
              <a:off x="5193800" y="-64950"/>
              <a:ext cx="508300" cy="668900"/>
            </a:xfrm>
            <a:custGeom>
              <a:rect b="b" l="l" r="r" t="t"/>
              <a:pathLst>
                <a:path extrusionOk="0" h="26756" w="20332">
                  <a:moveTo>
                    <a:pt x="19296" y="0"/>
                  </a:moveTo>
                  <a:lnTo>
                    <a:pt x="1" y="26756"/>
                  </a:lnTo>
                  <a:lnTo>
                    <a:pt x="1056"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2"/>
            <p:cNvSpPr/>
            <p:nvPr/>
          </p:nvSpPr>
          <p:spPr>
            <a:xfrm>
              <a:off x="5369050" y="-64950"/>
              <a:ext cx="508300" cy="668900"/>
            </a:xfrm>
            <a:custGeom>
              <a:rect b="b" l="l" r="r" t="t"/>
              <a:pathLst>
                <a:path extrusionOk="0" h="26756" w="20332">
                  <a:moveTo>
                    <a:pt x="19276" y="0"/>
                  </a:moveTo>
                  <a:lnTo>
                    <a:pt x="0" y="26756"/>
                  </a:lnTo>
                  <a:lnTo>
                    <a:pt x="1055"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2"/>
            <p:cNvSpPr/>
            <p:nvPr/>
          </p:nvSpPr>
          <p:spPr>
            <a:xfrm>
              <a:off x="5543800" y="-64950"/>
              <a:ext cx="508325" cy="668900"/>
            </a:xfrm>
            <a:custGeom>
              <a:rect b="b" l="l" r="r" t="t"/>
              <a:pathLst>
                <a:path extrusionOk="0" h="26756" w="20333">
                  <a:moveTo>
                    <a:pt x="19277" y="0"/>
                  </a:moveTo>
                  <a:lnTo>
                    <a:pt x="1" y="26756"/>
                  </a:lnTo>
                  <a:lnTo>
                    <a:pt x="1056"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2"/>
            <p:cNvSpPr/>
            <p:nvPr/>
          </p:nvSpPr>
          <p:spPr>
            <a:xfrm>
              <a:off x="5719050" y="-64950"/>
              <a:ext cx="508300" cy="668900"/>
            </a:xfrm>
            <a:custGeom>
              <a:rect b="b" l="l" r="r" t="t"/>
              <a:pathLst>
                <a:path extrusionOk="0" h="26756" w="20332">
                  <a:moveTo>
                    <a:pt x="19276" y="0"/>
                  </a:moveTo>
                  <a:lnTo>
                    <a:pt x="0" y="26756"/>
                  </a:lnTo>
                  <a:lnTo>
                    <a:pt x="1037" y="26756"/>
                  </a:lnTo>
                  <a:lnTo>
                    <a:pt x="2033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2"/>
            <p:cNvSpPr/>
            <p:nvPr/>
          </p:nvSpPr>
          <p:spPr>
            <a:xfrm>
              <a:off x="5893825" y="-64950"/>
              <a:ext cx="508300" cy="668900"/>
            </a:xfrm>
            <a:custGeom>
              <a:rect b="b" l="l" r="r" t="t"/>
              <a:pathLst>
                <a:path extrusionOk="0" h="26756" w="20332">
                  <a:moveTo>
                    <a:pt x="19276" y="0"/>
                  </a:moveTo>
                  <a:lnTo>
                    <a:pt x="0" y="26756"/>
                  </a:lnTo>
                  <a:lnTo>
                    <a:pt x="1055" y="26756"/>
                  </a:lnTo>
                  <a:lnTo>
                    <a:pt x="203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2"/>
            <p:cNvSpPr/>
            <p:nvPr/>
          </p:nvSpPr>
          <p:spPr>
            <a:xfrm>
              <a:off x="6068575" y="-64950"/>
              <a:ext cx="508775" cy="668900"/>
            </a:xfrm>
            <a:custGeom>
              <a:rect b="b" l="l" r="r" t="t"/>
              <a:pathLst>
                <a:path extrusionOk="0" h="26756" w="20351">
                  <a:moveTo>
                    <a:pt x="19296" y="0"/>
                  </a:moveTo>
                  <a:lnTo>
                    <a:pt x="1" y="26756"/>
                  </a:lnTo>
                  <a:lnTo>
                    <a:pt x="1056" y="26756"/>
                  </a:lnTo>
                  <a:lnTo>
                    <a:pt x="2035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2"/>
            <p:cNvSpPr/>
            <p:nvPr/>
          </p:nvSpPr>
          <p:spPr>
            <a:xfrm>
              <a:off x="6243825" y="-64950"/>
              <a:ext cx="508300" cy="668900"/>
            </a:xfrm>
            <a:custGeom>
              <a:rect b="b" l="l" r="r" t="t"/>
              <a:pathLst>
                <a:path extrusionOk="0" h="26756" w="20332">
                  <a:moveTo>
                    <a:pt x="19276" y="0"/>
                  </a:moveTo>
                  <a:lnTo>
                    <a:pt x="0" y="26756"/>
                  </a:lnTo>
                  <a:lnTo>
                    <a:pt x="1055" y="26756"/>
                  </a:lnTo>
                  <a:lnTo>
                    <a:pt x="2033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Rajdhani"/>
              <a:buNone/>
              <a:defRPr b="1" sz="3000">
                <a:solidFill>
                  <a:schemeClr val="dk1"/>
                </a:solidFill>
                <a:latin typeface="Rajdhani"/>
                <a:ea typeface="Rajdhani"/>
                <a:cs typeface="Rajdhani"/>
                <a:sym typeface="Rajdhani"/>
              </a:defRPr>
            </a:lvl1pPr>
            <a:lvl2pPr lvl="1">
              <a:spcBef>
                <a:spcPts val="0"/>
              </a:spcBef>
              <a:spcAft>
                <a:spcPts val="0"/>
              </a:spcAft>
              <a:buClr>
                <a:schemeClr val="dk1"/>
              </a:buClr>
              <a:buSzPts val="3000"/>
              <a:buFont typeface="Rajdhani"/>
              <a:buNone/>
              <a:defRPr b="1" sz="3000">
                <a:solidFill>
                  <a:schemeClr val="dk1"/>
                </a:solidFill>
                <a:latin typeface="Rajdhani"/>
                <a:ea typeface="Rajdhani"/>
                <a:cs typeface="Rajdhani"/>
                <a:sym typeface="Rajdhani"/>
              </a:defRPr>
            </a:lvl2pPr>
            <a:lvl3pPr lvl="2">
              <a:spcBef>
                <a:spcPts val="0"/>
              </a:spcBef>
              <a:spcAft>
                <a:spcPts val="0"/>
              </a:spcAft>
              <a:buClr>
                <a:schemeClr val="dk1"/>
              </a:buClr>
              <a:buSzPts val="3000"/>
              <a:buFont typeface="Rajdhani"/>
              <a:buNone/>
              <a:defRPr b="1" sz="3000">
                <a:solidFill>
                  <a:schemeClr val="dk1"/>
                </a:solidFill>
                <a:latin typeface="Rajdhani"/>
                <a:ea typeface="Rajdhani"/>
                <a:cs typeface="Rajdhani"/>
                <a:sym typeface="Rajdhani"/>
              </a:defRPr>
            </a:lvl3pPr>
            <a:lvl4pPr lvl="3">
              <a:spcBef>
                <a:spcPts val="0"/>
              </a:spcBef>
              <a:spcAft>
                <a:spcPts val="0"/>
              </a:spcAft>
              <a:buClr>
                <a:schemeClr val="dk1"/>
              </a:buClr>
              <a:buSzPts val="3000"/>
              <a:buFont typeface="Rajdhani"/>
              <a:buNone/>
              <a:defRPr b="1" sz="3000">
                <a:solidFill>
                  <a:schemeClr val="dk1"/>
                </a:solidFill>
                <a:latin typeface="Rajdhani"/>
                <a:ea typeface="Rajdhani"/>
                <a:cs typeface="Rajdhani"/>
                <a:sym typeface="Rajdhani"/>
              </a:defRPr>
            </a:lvl4pPr>
            <a:lvl5pPr lvl="4">
              <a:spcBef>
                <a:spcPts val="0"/>
              </a:spcBef>
              <a:spcAft>
                <a:spcPts val="0"/>
              </a:spcAft>
              <a:buClr>
                <a:schemeClr val="dk1"/>
              </a:buClr>
              <a:buSzPts val="3000"/>
              <a:buFont typeface="Rajdhani"/>
              <a:buNone/>
              <a:defRPr b="1" sz="3000">
                <a:solidFill>
                  <a:schemeClr val="dk1"/>
                </a:solidFill>
                <a:latin typeface="Rajdhani"/>
                <a:ea typeface="Rajdhani"/>
                <a:cs typeface="Rajdhani"/>
                <a:sym typeface="Rajdhani"/>
              </a:defRPr>
            </a:lvl5pPr>
            <a:lvl6pPr lvl="5">
              <a:spcBef>
                <a:spcPts val="0"/>
              </a:spcBef>
              <a:spcAft>
                <a:spcPts val="0"/>
              </a:spcAft>
              <a:buClr>
                <a:schemeClr val="dk1"/>
              </a:buClr>
              <a:buSzPts val="3000"/>
              <a:buFont typeface="Rajdhani"/>
              <a:buNone/>
              <a:defRPr b="1" sz="3000">
                <a:solidFill>
                  <a:schemeClr val="dk1"/>
                </a:solidFill>
                <a:latin typeface="Rajdhani"/>
                <a:ea typeface="Rajdhani"/>
                <a:cs typeface="Rajdhani"/>
                <a:sym typeface="Rajdhani"/>
              </a:defRPr>
            </a:lvl6pPr>
            <a:lvl7pPr lvl="6">
              <a:spcBef>
                <a:spcPts val="0"/>
              </a:spcBef>
              <a:spcAft>
                <a:spcPts val="0"/>
              </a:spcAft>
              <a:buClr>
                <a:schemeClr val="dk1"/>
              </a:buClr>
              <a:buSzPts val="3000"/>
              <a:buFont typeface="Rajdhani"/>
              <a:buNone/>
              <a:defRPr b="1" sz="3000">
                <a:solidFill>
                  <a:schemeClr val="dk1"/>
                </a:solidFill>
                <a:latin typeface="Rajdhani"/>
                <a:ea typeface="Rajdhani"/>
                <a:cs typeface="Rajdhani"/>
                <a:sym typeface="Rajdhani"/>
              </a:defRPr>
            </a:lvl7pPr>
            <a:lvl8pPr lvl="7">
              <a:spcBef>
                <a:spcPts val="0"/>
              </a:spcBef>
              <a:spcAft>
                <a:spcPts val="0"/>
              </a:spcAft>
              <a:buClr>
                <a:schemeClr val="dk1"/>
              </a:buClr>
              <a:buSzPts val="3000"/>
              <a:buFont typeface="Rajdhani"/>
              <a:buNone/>
              <a:defRPr b="1" sz="3000">
                <a:solidFill>
                  <a:schemeClr val="dk1"/>
                </a:solidFill>
                <a:latin typeface="Rajdhani"/>
                <a:ea typeface="Rajdhani"/>
                <a:cs typeface="Rajdhani"/>
                <a:sym typeface="Rajdhani"/>
              </a:defRPr>
            </a:lvl8pPr>
            <a:lvl9pPr lvl="8">
              <a:spcBef>
                <a:spcPts val="0"/>
              </a:spcBef>
              <a:spcAft>
                <a:spcPts val="0"/>
              </a:spcAft>
              <a:buClr>
                <a:schemeClr val="dk1"/>
              </a:buClr>
              <a:buSzPts val="3000"/>
              <a:buFont typeface="Rajdhani"/>
              <a:buNone/>
              <a:defRPr b="1" sz="3000">
                <a:solidFill>
                  <a:schemeClr val="dk1"/>
                </a:solidFill>
                <a:latin typeface="Rajdhani"/>
                <a:ea typeface="Rajdhani"/>
                <a:cs typeface="Rajdhani"/>
                <a:sym typeface="Rajdhani"/>
              </a:defRPr>
            </a:lvl9pPr>
          </a:lstStyle>
          <a:p/>
        </p:txBody>
      </p:sp>
      <p:sp>
        <p:nvSpPr>
          <p:cNvPr id="7" name="Google Shape;7;p1"/>
          <p:cNvSpPr txBox="1"/>
          <p:nvPr>
            <p:ph idx="1" type="body"/>
          </p:nvPr>
        </p:nvSpPr>
        <p:spPr>
          <a:xfrm>
            <a:off x="713225" y="11921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dk1"/>
              </a:buClr>
              <a:buSzPts val="1200"/>
              <a:buFont typeface="Albert Sans Medium"/>
              <a:buChar char="●"/>
              <a:defRPr sz="1200">
                <a:solidFill>
                  <a:schemeClr val="dk1"/>
                </a:solidFill>
                <a:latin typeface="Albert Sans Medium"/>
                <a:ea typeface="Albert Sans Medium"/>
                <a:cs typeface="Albert Sans Medium"/>
                <a:sym typeface="Albert Sans Medium"/>
              </a:defRPr>
            </a:lvl1pPr>
            <a:lvl2pPr indent="-304800" lvl="1" marL="914400">
              <a:lnSpc>
                <a:spcPct val="115000"/>
              </a:lnSpc>
              <a:spcBef>
                <a:spcPts val="0"/>
              </a:spcBef>
              <a:spcAft>
                <a:spcPts val="0"/>
              </a:spcAft>
              <a:buClr>
                <a:schemeClr val="dk1"/>
              </a:buClr>
              <a:buSzPts val="1200"/>
              <a:buFont typeface="Albert Sans Medium"/>
              <a:buChar char="○"/>
              <a:defRPr sz="1200">
                <a:solidFill>
                  <a:schemeClr val="dk1"/>
                </a:solidFill>
                <a:latin typeface="Albert Sans Medium"/>
                <a:ea typeface="Albert Sans Medium"/>
                <a:cs typeface="Albert Sans Medium"/>
                <a:sym typeface="Albert Sans Medium"/>
              </a:defRPr>
            </a:lvl2pPr>
            <a:lvl3pPr indent="-304800" lvl="2" marL="1371600">
              <a:lnSpc>
                <a:spcPct val="115000"/>
              </a:lnSpc>
              <a:spcBef>
                <a:spcPts val="0"/>
              </a:spcBef>
              <a:spcAft>
                <a:spcPts val="0"/>
              </a:spcAft>
              <a:buClr>
                <a:schemeClr val="dk1"/>
              </a:buClr>
              <a:buSzPts val="1200"/>
              <a:buFont typeface="Albert Sans Medium"/>
              <a:buChar char="■"/>
              <a:defRPr sz="1200">
                <a:solidFill>
                  <a:schemeClr val="dk1"/>
                </a:solidFill>
                <a:latin typeface="Albert Sans Medium"/>
                <a:ea typeface="Albert Sans Medium"/>
                <a:cs typeface="Albert Sans Medium"/>
                <a:sym typeface="Albert Sans Medium"/>
              </a:defRPr>
            </a:lvl3pPr>
            <a:lvl4pPr indent="-304800" lvl="3" marL="1828800">
              <a:lnSpc>
                <a:spcPct val="115000"/>
              </a:lnSpc>
              <a:spcBef>
                <a:spcPts val="0"/>
              </a:spcBef>
              <a:spcAft>
                <a:spcPts val="0"/>
              </a:spcAft>
              <a:buClr>
                <a:schemeClr val="dk1"/>
              </a:buClr>
              <a:buSzPts val="1200"/>
              <a:buFont typeface="Albert Sans Medium"/>
              <a:buChar char="●"/>
              <a:defRPr sz="1200">
                <a:solidFill>
                  <a:schemeClr val="dk1"/>
                </a:solidFill>
                <a:latin typeface="Albert Sans Medium"/>
                <a:ea typeface="Albert Sans Medium"/>
                <a:cs typeface="Albert Sans Medium"/>
                <a:sym typeface="Albert Sans Medium"/>
              </a:defRPr>
            </a:lvl4pPr>
            <a:lvl5pPr indent="-304800" lvl="4" marL="2286000">
              <a:lnSpc>
                <a:spcPct val="115000"/>
              </a:lnSpc>
              <a:spcBef>
                <a:spcPts val="0"/>
              </a:spcBef>
              <a:spcAft>
                <a:spcPts val="0"/>
              </a:spcAft>
              <a:buClr>
                <a:schemeClr val="dk1"/>
              </a:buClr>
              <a:buSzPts val="1200"/>
              <a:buFont typeface="Albert Sans Medium"/>
              <a:buChar char="○"/>
              <a:defRPr sz="1200">
                <a:solidFill>
                  <a:schemeClr val="dk1"/>
                </a:solidFill>
                <a:latin typeface="Albert Sans Medium"/>
                <a:ea typeface="Albert Sans Medium"/>
                <a:cs typeface="Albert Sans Medium"/>
                <a:sym typeface="Albert Sans Medium"/>
              </a:defRPr>
            </a:lvl5pPr>
            <a:lvl6pPr indent="-304800" lvl="5" marL="2743200">
              <a:lnSpc>
                <a:spcPct val="115000"/>
              </a:lnSpc>
              <a:spcBef>
                <a:spcPts val="0"/>
              </a:spcBef>
              <a:spcAft>
                <a:spcPts val="0"/>
              </a:spcAft>
              <a:buClr>
                <a:schemeClr val="dk1"/>
              </a:buClr>
              <a:buSzPts val="1200"/>
              <a:buFont typeface="Albert Sans Medium"/>
              <a:buChar char="■"/>
              <a:defRPr sz="1200">
                <a:solidFill>
                  <a:schemeClr val="dk1"/>
                </a:solidFill>
                <a:latin typeface="Albert Sans Medium"/>
                <a:ea typeface="Albert Sans Medium"/>
                <a:cs typeface="Albert Sans Medium"/>
                <a:sym typeface="Albert Sans Medium"/>
              </a:defRPr>
            </a:lvl6pPr>
            <a:lvl7pPr indent="-304800" lvl="6" marL="3200400">
              <a:lnSpc>
                <a:spcPct val="115000"/>
              </a:lnSpc>
              <a:spcBef>
                <a:spcPts val="0"/>
              </a:spcBef>
              <a:spcAft>
                <a:spcPts val="0"/>
              </a:spcAft>
              <a:buClr>
                <a:schemeClr val="dk1"/>
              </a:buClr>
              <a:buSzPts val="1200"/>
              <a:buFont typeface="Albert Sans Medium"/>
              <a:buChar char="●"/>
              <a:defRPr sz="1200">
                <a:solidFill>
                  <a:schemeClr val="dk1"/>
                </a:solidFill>
                <a:latin typeface="Albert Sans Medium"/>
                <a:ea typeface="Albert Sans Medium"/>
                <a:cs typeface="Albert Sans Medium"/>
                <a:sym typeface="Albert Sans Medium"/>
              </a:defRPr>
            </a:lvl7pPr>
            <a:lvl8pPr indent="-304800" lvl="7" marL="3657600">
              <a:lnSpc>
                <a:spcPct val="115000"/>
              </a:lnSpc>
              <a:spcBef>
                <a:spcPts val="0"/>
              </a:spcBef>
              <a:spcAft>
                <a:spcPts val="0"/>
              </a:spcAft>
              <a:buClr>
                <a:schemeClr val="dk1"/>
              </a:buClr>
              <a:buSzPts val="1200"/>
              <a:buFont typeface="Albert Sans Medium"/>
              <a:buChar char="○"/>
              <a:defRPr sz="1200">
                <a:solidFill>
                  <a:schemeClr val="dk1"/>
                </a:solidFill>
                <a:latin typeface="Albert Sans Medium"/>
                <a:ea typeface="Albert Sans Medium"/>
                <a:cs typeface="Albert Sans Medium"/>
                <a:sym typeface="Albert Sans Medium"/>
              </a:defRPr>
            </a:lvl8pPr>
            <a:lvl9pPr indent="-304800" lvl="8" marL="4114800">
              <a:lnSpc>
                <a:spcPct val="115000"/>
              </a:lnSpc>
              <a:spcBef>
                <a:spcPts val="0"/>
              </a:spcBef>
              <a:spcAft>
                <a:spcPts val="0"/>
              </a:spcAft>
              <a:buClr>
                <a:schemeClr val="dk1"/>
              </a:buClr>
              <a:buSzPts val="1200"/>
              <a:buFont typeface="Albert Sans Medium"/>
              <a:buChar char="■"/>
              <a:defRPr sz="1200">
                <a:solidFill>
                  <a:schemeClr val="dk1"/>
                </a:solidFill>
                <a:latin typeface="Albert Sans Medium"/>
                <a:ea typeface="Albert Sans Medium"/>
                <a:cs typeface="Albert Sans Medium"/>
                <a:sym typeface="Albert Sans Medium"/>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hyperlink" Target="http://localhost:8080/nifi/"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hyperlink" Target="https://s3.console.aws.amazon.com/s3/buckets/ttc-nifi-streaming?region=us-east-2&amp;prefix=artifacts/&amp;showversions=false" TargetMode="Externa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hyperlink" Target="https://github.com/canyousayyes/datastudio-aws-athena-connector/tree/master/src" TargetMode="External"/><Relationship Id="rId4" Type="http://schemas.openxmlformats.org/officeDocument/2006/relationships/hyperlink" Target="https://www.youtube.com/watch?v=vXCD9yAeryU"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23"/>
          <p:cNvSpPr txBox="1"/>
          <p:nvPr>
            <p:ph type="ctrTitle"/>
          </p:nvPr>
        </p:nvSpPr>
        <p:spPr>
          <a:xfrm>
            <a:off x="1622175" y="967825"/>
            <a:ext cx="5899800" cy="2503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Streaming Data Pipeline </a:t>
            </a:r>
            <a:endParaRPr>
              <a:solidFill>
                <a:schemeClr val="accent1"/>
              </a:solidFill>
              <a:highlight>
                <a:schemeClr val="dk2"/>
              </a:highlight>
            </a:endParaRPr>
          </a:p>
        </p:txBody>
      </p:sp>
      <p:sp>
        <p:nvSpPr>
          <p:cNvPr id="827" name="Google Shape;827;p23"/>
          <p:cNvSpPr txBox="1"/>
          <p:nvPr>
            <p:ph idx="1" type="subTitle"/>
          </p:nvPr>
        </p:nvSpPr>
        <p:spPr>
          <a:xfrm>
            <a:off x="2147400" y="3495925"/>
            <a:ext cx="48492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Bootcamp Student Edition</a:t>
            </a:r>
            <a:endParaRPr/>
          </a:p>
          <a:p>
            <a:pPr indent="0" lvl="0" marL="0" rtl="0" algn="ctr">
              <a:spcBef>
                <a:spcPts val="0"/>
              </a:spcBef>
              <a:spcAft>
                <a:spcPts val="0"/>
              </a:spcAft>
              <a:buNone/>
            </a:pPr>
            <a:r>
              <a:rPr lang="en"/>
              <a:t>By Shaheer Khan</a:t>
            </a:r>
            <a:endParaRPr/>
          </a:p>
        </p:txBody>
      </p:sp>
      <p:sp>
        <p:nvSpPr>
          <p:cNvPr id="828" name="Google Shape;828;p23"/>
          <p:cNvSpPr/>
          <p:nvPr/>
        </p:nvSpPr>
        <p:spPr>
          <a:xfrm>
            <a:off x="7521900" y="3593500"/>
            <a:ext cx="322500" cy="1549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24"/>
          <p:cNvSpPr txBox="1"/>
          <p:nvPr>
            <p:ph type="title"/>
          </p:nvPr>
        </p:nvSpPr>
        <p:spPr>
          <a:xfrm>
            <a:off x="220650" y="254075"/>
            <a:ext cx="8088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Architecture</a:t>
            </a:r>
            <a:endParaRPr/>
          </a:p>
        </p:txBody>
      </p:sp>
      <p:pic>
        <p:nvPicPr>
          <p:cNvPr id="834" name="Google Shape;834;p24"/>
          <p:cNvPicPr preferRelativeResize="0"/>
          <p:nvPr/>
        </p:nvPicPr>
        <p:blipFill>
          <a:blip r:embed="rId3">
            <a:alphaModFix/>
          </a:blip>
          <a:stretch>
            <a:fillRect/>
          </a:stretch>
        </p:blipFill>
        <p:spPr>
          <a:xfrm>
            <a:off x="441963" y="1192550"/>
            <a:ext cx="8260076" cy="26740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25"/>
          <p:cNvSpPr txBox="1"/>
          <p:nvPr>
            <p:ph idx="6" type="title"/>
          </p:nvPr>
        </p:nvSpPr>
        <p:spPr>
          <a:xfrm>
            <a:off x="720000" y="262275"/>
            <a:ext cx="3192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of Contents</a:t>
            </a:r>
            <a:endParaRPr/>
          </a:p>
        </p:txBody>
      </p:sp>
      <p:sp>
        <p:nvSpPr>
          <p:cNvPr id="840" name="Google Shape;840;p25"/>
          <p:cNvSpPr txBox="1"/>
          <p:nvPr>
            <p:ph type="title"/>
          </p:nvPr>
        </p:nvSpPr>
        <p:spPr>
          <a:xfrm>
            <a:off x="1580766" y="2574708"/>
            <a:ext cx="2614500" cy="28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Tool: EC2/Docker</a:t>
            </a:r>
            <a:endParaRPr/>
          </a:p>
        </p:txBody>
      </p:sp>
      <p:sp>
        <p:nvSpPr>
          <p:cNvPr id="841" name="Google Shape;841;p25"/>
          <p:cNvSpPr txBox="1"/>
          <p:nvPr>
            <p:ph idx="2" type="title"/>
          </p:nvPr>
        </p:nvSpPr>
        <p:spPr>
          <a:xfrm>
            <a:off x="1580775" y="1901171"/>
            <a:ext cx="2614500" cy="28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Problem Statement</a:t>
            </a:r>
            <a:endParaRPr/>
          </a:p>
        </p:txBody>
      </p:sp>
      <p:sp>
        <p:nvSpPr>
          <p:cNvPr id="842" name="Google Shape;842;p25"/>
          <p:cNvSpPr txBox="1"/>
          <p:nvPr>
            <p:ph idx="4" type="title"/>
          </p:nvPr>
        </p:nvSpPr>
        <p:spPr>
          <a:xfrm>
            <a:off x="1580778" y="1227650"/>
            <a:ext cx="2614500" cy="28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Architecture 1</a:t>
            </a:r>
            <a:endParaRPr/>
          </a:p>
        </p:txBody>
      </p:sp>
      <p:sp>
        <p:nvSpPr>
          <p:cNvPr id="843" name="Google Shape;843;p25"/>
          <p:cNvSpPr/>
          <p:nvPr/>
        </p:nvSpPr>
        <p:spPr>
          <a:xfrm>
            <a:off x="999225" y="1130900"/>
            <a:ext cx="535500" cy="4992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5"/>
          <p:cNvSpPr/>
          <p:nvPr/>
        </p:nvSpPr>
        <p:spPr>
          <a:xfrm>
            <a:off x="999225" y="1802729"/>
            <a:ext cx="535500" cy="4992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5"/>
          <p:cNvSpPr/>
          <p:nvPr/>
        </p:nvSpPr>
        <p:spPr>
          <a:xfrm>
            <a:off x="999225" y="2474558"/>
            <a:ext cx="535500" cy="4992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5"/>
          <p:cNvSpPr/>
          <p:nvPr/>
        </p:nvSpPr>
        <p:spPr>
          <a:xfrm flipH="1">
            <a:off x="7774475" y="3650600"/>
            <a:ext cx="1377000" cy="13404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5"/>
          <p:cNvSpPr/>
          <p:nvPr/>
        </p:nvSpPr>
        <p:spPr>
          <a:xfrm>
            <a:off x="104725" y="2887000"/>
            <a:ext cx="322500" cy="2247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8" name="Google Shape;848;p25"/>
          <p:cNvGrpSpPr/>
          <p:nvPr/>
        </p:nvGrpSpPr>
        <p:grpSpPr>
          <a:xfrm>
            <a:off x="1158004" y="1278997"/>
            <a:ext cx="218060" cy="203031"/>
            <a:chOff x="1739975" y="1272700"/>
            <a:chExt cx="304425" cy="304075"/>
          </a:xfrm>
        </p:grpSpPr>
        <p:sp>
          <p:nvSpPr>
            <p:cNvPr id="849" name="Google Shape;849;p25"/>
            <p:cNvSpPr/>
            <p:nvPr/>
          </p:nvSpPr>
          <p:spPr>
            <a:xfrm>
              <a:off x="1739975" y="1291025"/>
              <a:ext cx="286425" cy="160400"/>
            </a:xfrm>
            <a:custGeom>
              <a:rect b="b" l="l" r="r" t="t"/>
              <a:pathLst>
                <a:path extrusionOk="0" h="6416" w="11457">
                  <a:moveTo>
                    <a:pt x="1" y="0"/>
                  </a:moveTo>
                  <a:lnTo>
                    <a:pt x="1" y="6415"/>
                  </a:lnTo>
                  <a:lnTo>
                    <a:pt x="1454" y="6415"/>
                  </a:lnTo>
                  <a:lnTo>
                    <a:pt x="1454" y="6062"/>
                  </a:lnTo>
                  <a:cubicBezTo>
                    <a:pt x="1454" y="5080"/>
                    <a:pt x="2253" y="4281"/>
                    <a:pt x="3235" y="4281"/>
                  </a:cubicBezTo>
                  <a:cubicBezTo>
                    <a:pt x="1965" y="4281"/>
                    <a:pt x="1323" y="2750"/>
                    <a:pt x="2226" y="1846"/>
                  </a:cubicBezTo>
                  <a:cubicBezTo>
                    <a:pt x="2519" y="1554"/>
                    <a:pt x="2876" y="1423"/>
                    <a:pt x="3227" y="1423"/>
                  </a:cubicBezTo>
                  <a:cubicBezTo>
                    <a:pt x="3960" y="1423"/>
                    <a:pt x="4662" y="1995"/>
                    <a:pt x="4662" y="2854"/>
                  </a:cubicBezTo>
                  <a:cubicBezTo>
                    <a:pt x="4662" y="3640"/>
                    <a:pt x="4020" y="4281"/>
                    <a:pt x="3235" y="4281"/>
                  </a:cubicBezTo>
                  <a:cubicBezTo>
                    <a:pt x="4216" y="4281"/>
                    <a:pt x="5015" y="5080"/>
                    <a:pt x="5028" y="6062"/>
                  </a:cubicBezTo>
                  <a:lnTo>
                    <a:pt x="5028" y="6415"/>
                  </a:lnTo>
                  <a:lnTo>
                    <a:pt x="11456" y="6415"/>
                  </a:lnTo>
                  <a:lnTo>
                    <a:pt x="11456" y="4281"/>
                  </a:lnTo>
                  <a:lnTo>
                    <a:pt x="9532" y="4281"/>
                  </a:lnTo>
                  <a:lnTo>
                    <a:pt x="7162" y="6062"/>
                  </a:lnTo>
                  <a:lnTo>
                    <a:pt x="7162" y="4281"/>
                  </a:lnTo>
                  <a:lnTo>
                    <a:pt x="5735" y="4281"/>
                  </a:lnTo>
                  <a:lnTo>
                    <a:pt x="57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5"/>
            <p:cNvSpPr/>
            <p:nvPr/>
          </p:nvSpPr>
          <p:spPr>
            <a:xfrm>
              <a:off x="1796925" y="1344700"/>
              <a:ext cx="41925" cy="35675"/>
            </a:xfrm>
            <a:custGeom>
              <a:rect b="b" l="l" r="r" t="t"/>
              <a:pathLst>
                <a:path extrusionOk="0" h="1427" w="1677">
                  <a:moveTo>
                    <a:pt x="957" y="0"/>
                  </a:moveTo>
                  <a:cubicBezTo>
                    <a:pt x="328" y="0"/>
                    <a:pt x="1" y="760"/>
                    <a:pt x="459" y="1218"/>
                  </a:cubicBezTo>
                  <a:cubicBezTo>
                    <a:pt x="603" y="1361"/>
                    <a:pt x="780" y="1426"/>
                    <a:pt x="955" y="1426"/>
                  </a:cubicBezTo>
                  <a:cubicBezTo>
                    <a:pt x="1322" y="1426"/>
                    <a:pt x="1677" y="1142"/>
                    <a:pt x="1677" y="707"/>
                  </a:cubicBezTo>
                  <a:cubicBezTo>
                    <a:pt x="1677" y="314"/>
                    <a:pt x="1349" y="0"/>
                    <a:pt x="95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5"/>
            <p:cNvSpPr/>
            <p:nvPr/>
          </p:nvSpPr>
          <p:spPr>
            <a:xfrm>
              <a:off x="1794325" y="1416050"/>
              <a:ext cx="53375" cy="35375"/>
            </a:xfrm>
            <a:custGeom>
              <a:rect b="b" l="l" r="r" t="t"/>
              <a:pathLst>
                <a:path extrusionOk="0" h="1415" w="2135">
                  <a:moveTo>
                    <a:pt x="1084" y="0"/>
                  </a:moveTo>
                  <a:cubicBezTo>
                    <a:pt x="1076" y="0"/>
                    <a:pt x="1068" y="0"/>
                    <a:pt x="1061" y="0"/>
                  </a:cubicBezTo>
                  <a:cubicBezTo>
                    <a:pt x="471" y="0"/>
                    <a:pt x="0" y="472"/>
                    <a:pt x="0" y="1061"/>
                  </a:cubicBezTo>
                  <a:lnTo>
                    <a:pt x="0" y="1414"/>
                  </a:lnTo>
                  <a:lnTo>
                    <a:pt x="2134" y="1414"/>
                  </a:lnTo>
                  <a:lnTo>
                    <a:pt x="2134" y="1061"/>
                  </a:lnTo>
                  <a:cubicBezTo>
                    <a:pt x="2134" y="479"/>
                    <a:pt x="1662" y="0"/>
                    <a:pt x="10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5"/>
            <p:cNvSpPr/>
            <p:nvPr/>
          </p:nvSpPr>
          <p:spPr>
            <a:xfrm>
              <a:off x="1739975" y="1469400"/>
              <a:ext cx="286425" cy="107375"/>
            </a:xfrm>
            <a:custGeom>
              <a:rect b="b" l="l" r="r" t="t"/>
              <a:pathLst>
                <a:path extrusionOk="0" h="4295" w="11457">
                  <a:moveTo>
                    <a:pt x="6089" y="707"/>
                  </a:moveTo>
                  <a:lnTo>
                    <a:pt x="6089" y="1427"/>
                  </a:lnTo>
                  <a:lnTo>
                    <a:pt x="5382" y="1427"/>
                  </a:lnTo>
                  <a:lnTo>
                    <a:pt x="5382" y="707"/>
                  </a:lnTo>
                  <a:close/>
                  <a:moveTo>
                    <a:pt x="1" y="0"/>
                  </a:moveTo>
                  <a:lnTo>
                    <a:pt x="1" y="2134"/>
                  </a:lnTo>
                  <a:lnTo>
                    <a:pt x="4308" y="2134"/>
                  </a:lnTo>
                  <a:lnTo>
                    <a:pt x="4308" y="3588"/>
                  </a:lnTo>
                  <a:lnTo>
                    <a:pt x="2881" y="3588"/>
                  </a:lnTo>
                  <a:lnTo>
                    <a:pt x="2881" y="4295"/>
                  </a:lnTo>
                  <a:lnTo>
                    <a:pt x="8589" y="4295"/>
                  </a:lnTo>
                  <a:lnTo>
                    <a:pt x="8589" y="3588"/>
                  </a:lnTo>
                  <a:lnTo>
                    <a:pt x="7162" y="3588"/>
                  </a:lnTo>
                  <a:lnTo>
                    <a:pt x="7162" y="2134"/>
                  </a:lnTo>
                  <a:lnTo>
                    <a:pt x="11456" y="2134"/>
                  </a:lnTo>
                  <a:lnTo>
                    <a:pt x="1145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5"/>
            <p:cNvSpPr/>
            <p:nvPr/>
          </p:nvSpPr>
          <p:spPr>
            <a:xfrm>
              <a:off x="1901025" y="1272700"/>
              <a:ext cx="143375" cy="134200"/>
            </a:xfrm>
            <a:custGeom>
              <a:rect b="b" l="l" r="r" t="t"/>
              <a:pathLst>
                <a:path extrusionOk="0" h="5368" w="5735">
                  <a:moveTo>
                    <a:pt x="4661" y="1100"/>
                  </a:moveTo>
                  <a:lnTo>
                    <a:pt x="4661" y="1807"/>
                  </a:lnTo>
                  <a:lnTo>
                    <a:pt x="1074" y="1807"/>
                  </a:lnTo>
                  <a:lnTo>
                    <a:pt x="1074" y="1100"/>
                  </a:lnTo>
                  <a:close/>
                  <a:moveTo>
                    <a:pt x="3941" y="2514"/>
                  </a:moveTo>
                  <a:lnTo>
                    <a:pt x="3941" y="3234"/>
                  </a:lnTo>
                  <a:lnTo>
                    <a:pt x="1074" y="3234"/>
                  </a:lnTo>
                  <a:lnTo>
                    <a:pt x="1074" y="2514"/>
                  </a:lnTo>
                  <a:close/>
                  <a:moveTo>
                    <a:pt x="0" y="0"/>
                  </a:moveTo>
                  <a:lnTo>
                    <a:pt x="0" y="4307"/>
                  </a:lnTo>
                  <a:lnTo>
                    <a:pt x="1427" y="4307"/>
                  </a:lnTo>
                  <a:lnTo>
                    <a:pt x="1427" y="5368"/>
                  </a:lnTo>
                  <a:lnTo>
                    <a:pt x="2854" y="4307"/>
                  </a:lnTo>
                  <a:lnTo>
                    <a:pt x="5735" y="4307"/>
                  </a:lnTo>
                  <a:lnTo>
                    <a:pt x="57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4" name="Google Shape;854;p25"/>
          <p:cNvGrpSpPr/>
          <p:nvPr/>
        </p:nvGrpSpPr>
        <p:grpSpPr>
          <a:xfrm>
            <a:off x="1158121" y="1957160"/>
            <a:ext cx="217827" cy="190361"/>
            <a:chOff x="1739975" y="1995700"/>
            <a:chExt cx="304100" cy="285100"/>
          </a:xfrm>
        </p:grpSpPr>
        <p:sp>
          <p:nvSpPr>
            <p:cNvPr id="855" name="Google Shape;855;p25"/>
            <p:cNvSpPr/>
            <p:nvPr/>
          </p:nvSpPr>
          <p:spPr>
            <a:xfrm>
              <a:off x="1739975" y="1995700"/>
              <a:ext cx="304100" cy="285100"/>
            </a:xfrm>
            <a:custGeom>
              <a:rect b="b" l="l" r="r" t="t"/>
              <a:pathLst>
                <a:path extrusionOk="0" h="11404" w="12164">
                  <a:moveTo>
                    <a:pt x="7162" y="1428"/>
                  </a:moveTo>
                  <a:lnTo>
                    <a:pt x="7162" y="2383"/>
                  </a:lnTo>
                  <a:cubicBezTo>
                    <a:pt x="7280" y="2436"/>
                    <a:pt x="7398" y="2514"/>
                    <a:pt x="7503" y="2580"/>
                  </a:cubicBezTo>
                  <a:lnTo>
                    <a:pt x="8327" y="2095"/>
                  </a:lnTo>
                  <a:lnTo>
                    <a:pt x="9401" y="3941"/>
                  </a:lnTo>
                  <a:lnTo>
                    <a:pt x="8576" y="4426"/>
                  </a:lnTo>
                  <a:cubicBezTo>
                    <a:pt x="8576" y="4491"/>
                    <a:pt x="8589" y="4557"/>
                    <a:pt x="8589" y="4622"/>
                  </a:cubicBezTo>
                  <a:lnTo>
                    <a:pt x="8589" y="4635"/>
                  </a:lnTo>
                  <a:cubicBezTo>
                    <a:pt x="8589" y="4701"/>
                    <a:pt x="8589" y="4766"/>
                    <a:pt x="8576" y="4831"/>
                  </a:cubicBezTo>
                  <a:lnTo>
                    <a:pt x="9401" y="5303"/>
                  </a:lnTo>
                  <a:lnTo>
                    <a:pt x="8327" y="7162"/>
                  </a:lnTo>
                  <a:lnTo>
                    <a:pt x="7503" y="6677"/>
                  </a:lnTo>
                  <a:cubicBezTo>
                    <a:pt x="7385" y="6756"/>
                    <a:pt x="7280" y="6821"/>
                    <a:pt x="7162" y="6874"/>
                  </a:cubicBezTo>
                  <a:lnTo>
                    <a:pt x="7162" y="7830"/>
                  </a:lnTo>
                  <a:lnTo>
                    <a:pt x="5028" y="7830"/>
                  </a:lnTo>
                  <a:lnTo>
                    <a:pt x="5028" y="6874"/>
                  </a:lnTo>
                  <a:cubicBezTo>
                    <a:pt x="4910" y="6821"/>
                    <a:pt x="4793" y="6756"/>
                    <a:pt x="4688" y="6677"/>
                  </a:cubicBezTo>
                  <a:lnTo>
                    <a:pt x="3850" y="7162"/>
                  </a:lnTo>
                  <a:lnTo>
                    <a:pt x="2776" y="5303"/>
                  </a:lnTo>
                  <a:lnTo>
                    <a:pt x="3601" y="4831"/>
                  </a:lnTo>
                  <a:cubicBezTo>
                    <a:pt x="3601" y="4766"/>
                    <a:pt x="3601" y="4701"/>
                    <a:pt x="3601" y="4635"/>
                  </a:cubicBezTo>
                  <a:cubicBezTo>
                    <a:pt x="3601" y="4557"/>
                    <a:pt x="3601" y="4491"/>
                    <a:pt x="3601" y="4426"/>
                  </a:cubicBezTo>
                  <a:lnTo>
                    <a:pt x="2776" y="3954"/>
                  </a:lnTo>
                  <a:lnTo>
                    <a:pt x="3850" y="2095"/>
                  </a:lnTo>
                  <a:lnTo>
                    <a:pt x="4688" y="2593"/>
                  </a:lnTo>
                  <a:cubicBezTo>
                    <a:pt x="4793" y="2514"/>
                    <a:pt x="4910" y="2449"/>
                    <a:pt x="5028" y="2396"/>
                  </a:cubicBezTo>
                  <a:lnTo>
                    <a:pt x="5028" y="1428"/>
                  </a:lnTo>
                  <a:close/>
                  <a:moveTo>
                    <a:pt x="2501" y="0"/>
                  </a:moveTo>
                  <a:cubicBezTo>
                    <a:pt x="1127" y="0"/>
                    <a:pt x="1" y="1113"/>
                    <a:pt x="1" y="2488"/>
                  </a:cubicBezTo>
                  <a:lnTo>
                    <a:pt x="1" y="6769"/>
                  </a:lnTo>
                  <a:cubicBezTo>
                    <a:pt x="14" y="8013"/>
                    <a:pt x="917" y="9060"/>
                    <a:pt x="2148" y="9244"/>
                  </a:cubicBezTo>
                  <a:lnTo>
                    <a:pt x="2148" y="11404"/>
                  </a:lnTo>
                  <a:lnTo>
                    <a:pt x="2816" y="11404"/>
                  </a:lnTo>
                  <a:lnTo>
                    <a:pt x="4832" y="9257"/>
                  </a:lnTo>
                  <a:lnTo>
                    <a:pt x="9676" y="9257"/>
                  </a:lnTo>
                  <a:cubicBezTo>
                    <a:pt x="11051" y="9257"/>
                    <a:pt x="12163" y="8144"/>
                    <a:pt x="12163" y="6769"/>
                  </a:cubicBezTo>
                  <a:lnTo>
                    <a:pt x="12163" y="2488"/>
                  </a:lnTo>
                  <a:cubicBezTo>
                    <a:pt x="12163" y="1113"/>
                    <a:pt x="11051" y="0"/>
                    <a:pt x="96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5"/>
            <p:cNvSpPr/>
            <p:nvPr/>
          </p:nvSpPr>
          <p:spPr>
            <a:xfrm>
              <a:off x="1833600" y="2049050"/>
              <a:ext cx="117200" cy="125050"/>
            </a:xfrm>
            <a:custGeom>
              <a:rect b="b" l="l" r="r" t="t"/>
              <a:pathLst>
                <a:path extrusionOk="0" h="5002" w="4688">
                  <a:moveTo>
                    <a:pt x="2337" y="1416"/>
                  </a:moveTo>
                  <a:cubicBezTo>
                    <a:pt x="2889" y="1416"/>
                    <a:pt x="3417" y="1841"/>
                    <a:pt x="3417" y="2488"/>
                  </a:cubicBezTo>
                  <a:cubicBezTo>
                    <a:pt x="3417" y="3077"/>
                    <a:pt x="2933" y="3562"/>
                    <a:pt x="2344" y="3562"/>
                  </a:cubicBezTo>
                  <a:cubicBezTo>
                    <a:pt x="1388" y="3562"/>
                    <a:pt x="917" y="2409"/>
                    <a:pt x="1584" y="1729"/>
                  </a:cubicBezTo>
                  <a:cubicBezTo>
                    <a:pt x="1804" y="1513"/>
                    <a:pt x="2073" y="1416"/>
                    <a:pt x="2337" y="1416"/>
                  </a:cubicBezTo>
                  <a:close/>
                  <a:moveTo>
                    <a:pt x="1990" y="0"/>
                  </a:moveTo>
                  <a:lnTo>
                    <a:pt x="1990" y="734"/>
                  </a:lnTo>
                  <a:lnTo>
                    <a:pt x="1755" y="825"/>
                  </a:lnTo>
                  <a:cubicBezTo>
                    <a:pt x="1545" y="891"/>
                    <a:pt x="1362" y="1009"/>
                    <a:pt x="1192" y="1153"/>
                  </a:cubicBezTo>
                  <a:lnTo>
                    <a:pt x="1008" y="1310"/>
                  </a:lnTo>
                  <a:lnTo>
                    <a:pt x="367" y="943"/>
                  </a:lnTo>
                  <a:lnTo>
                    <a:pt x="0" y="1558"/>
                  </a:lnTo>
                  <a:lnTo>
                    <a:pt x="642" y="1925"/>
                  </a:lnTo>
                  <a:lnTo>
                    <a:pt x="589" y="2174"/>
                  </a:lnTo>
                  <a:cubicBezTo>
                    <a:pt x="576" y="2279"/>
                    <a:pt x="563" y="2383"/>
                    <a:pt x="563" y="2501"/>
                  </a:cubicBezTo>
                  <a:cubicBezTo>
                    <a:pt x="563" y="2606"/>
                    <a:pt x="576" y="2724"/>
                    <a:pt x="589" y="2828"/>
                  </a:cubicBezTo>
                  <a:lnTo>
                    <a:pt x="642" y="3077"/>
                  </a:lnTo>
                  <a:lnTo>
                    <a:pt x="0" y="3444"/>
                  </a:lnTo>
                  <a:lnTo>
                    <a:pt x="367" y="4059"/>
                  </a:lnTo>
                  <a:lnTo>
                    <a:pt x="1008" y="3692"/>
                  </a:lnTo>
                  <a:lnTo>
                    <a:pt x="1192" y="3850"/>
                  </a:lnTo>
                  <a:cubicBezTo>
                    <a:pt x="1362" y="3994"/>
                    <a:pt x="1545" y="4111"/>
                    <a:pt x="1755" y="4177"/>
                  </a:cubicBezTo>
                  <a:lnTo>
                    <a:pt x="1990" y="4269"/>
                  </a:lnTo>
                  <a:lnTo>
                    <a:pt x="1990" y="5002"/>
                  </a:lnTo>
                  <a:lnTo>
                    <a:pt x="2697" y="5002"/>
                  </a:lnTo>
                  <a:lnTo>
                    <a:pt x="2697" y="4269"/>
                  </a:lnTo>
                  <a:lnTo>
                    <a:pt x="2933" y="4177"/>
                  </a:lnTo>
                  <a:cubicBezTo>
                    <a:pt x="3142" y="4111"/>
                    <a:pt x="3326" y="3994"/>
                    <a:pt x="3496" y="3850"/>
                  </a:cubicBezTo>
                  <a:lnTo>
                    <a:pt x="3679" y="3692"/>
                  </a:lnTo>
                  <a:lnTo>
                    <a:pt x="4321" y="4059"/>
                  </a:lnTo>
                  <a:lnTo>
                    <a:pt x="4687" y="3444"/>
                  </a:lnTo>
                  <a:lnTo>
                    <a:pt x="4046" y="3077"/>
                  </a:lnTo>
                  <a:lnTo>
                    <a:pt x="4098" y="2828"/>
                  </a:lnTo>
                  <a:cubicBezTo>
                    <a:pt x="4111" y="2724"/>
                    <a:pt x="4124" y="2606"/>
                    <a:pt x="4124" y="2501"/>
                  </a:cubicBezTo>
                  <a:cubicBezTo>
                    <a:pt x="4124" y="2383"/>
                    <a:pt x="4111" y="2279"/>
                    <a:pt x="4098" y="2174"/>
                  </a:cubicBezTo>
                  <a:lnTo>
                    <a:pt x="4046" y="1925"/>
                  </a:lnTo>
                  <a:lnTo>
                    <a:pt x="4687" y="1558"/>
                  </a:lnTo>
                  <a:lnTo>
                    <a:pt x="4321" y="943"/>
                  </a:lnTo>
                  <a:lnTo>
                    <a:pt x="3679" y="1310"/>
                  </a:lnTo>
                  <a:lnTo>
                    <a:pt x="3496" y="1153"/>
                  </a:lnTo>
                  <a:cubicBezTo>
                    <a:pt x="3326" y="1009"/>
                    <a:pt x="3142" y="891"/>
                    <a:pt x="2933" y="825"/>
                  </a:cubicBezTo>
                  <a:lnTo>
                    <a:pt x="2697" y="734"/>
                  </a:lnTo>
                  <a:lnTo>
                    <a:pt x="269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5"/>
            <p:cNvSpPr/>
            <p:nvPr/>
          </p:nvSpPr>
          <p:spPr>
            <a:xfrm>
              <a:off x="1880075" y="2102400"/>
              <a:ext cx="20975" cy="18025"/>
            </a:xfrm>
            <a:custGeom>
              <a:rect b="b" l="l" r="r" t="t"/>
              <a:pathLst>
                <a:path extrusionOk="0" h="721" w="839">
                  <a:moveTo>
                    <a:pt x="485" y="1"/>
                  </a:moveTo>
                  <a:cubicBezTo>
                    <a:pt x="170" y="1"/>
                    <a:pt x="0" y="393"/>
                    <a:pt x="236" y="616"/>
                  </a:cubicBezTo>
                  <a:cubicBezTo>
                    <a:pt x="308" y="688"/>
                    <a:pt x="397" y="720"/>
                    <a:pt x="483" y="720"/>
                  </a:cubicBezTo>
                  <a:cubicBezTo>
                    <a:pt x="665" y="720"/>
                    <a:pt x="838" y="580"/>
                    <a:pt x="838" y="367"/>
                  </a:cubicBezTo>
                  <a:cubicBezTo>
                    <a:pt x="838" y="171"/>
                    <a:pt x="681" y="1"/>
                    <a:pt x="4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8" name="Google Shape;858;p25"/>
          <p:cNvGrpSpPr/>
          <p:nvPr/>
        </p:nvGrpSpPr>
        <p:grpSpPr>
          <a:xfrm>
            <a:off x="1158162" y="2622628"/>
            <a:ext cx="217827" cy="203048"/>
            <a:chOff x="5564200" y="3411600"/>
            <a:chExt cx="304100" cy="304100"/>
          </a:xfrm>
        </p:grpSpPr>
        <p:sp>
          <p:nvSpPr>
            <p:cNvPr id="859" name="Google Shape;859;p25"/>
            <p:cNvSpPr/>
            <p:nvPr/>
          </p:nvSpPr>
          <p:spPr>
            <a:xfrm>
              <a:off x="5671575" y="3572325"/>
              <a:ext cx="89050" cy="18025"/>
            </a:xfrm>
            <a:custGeom>
              <a:rect b="b" l="l" r="r" t="t"/>
              <a:pathLst>
                <a:path extrusionOk="0" h="721" w="3562">
                  <a:moveTo>
                    <a:pt x="0" y="0"/>
                  </a:moveTo>
                  <a:lnTo>
                    <a:pt x="0" y="720"/>
                  </a:lnTo>
                  <a:lnTo>
                    <a:pt x="3561" y="720"/>
                  </a:lnTo>
                  <a:lnTo>
                    <a:pt x="356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5"/>
            <p:cNvSpPr/>
            <p:nvPr/>
          </p:nvSpPr>
          <p:spPr>
            <a:xfrm>
              <a:off x="5618225" y="3643675"/>
              <a:ext cx="124725" cy="18025"/>
            </a:xfrm>
            <a:custGeom>
              <a:rect b="b" l="l" r="r" t="t"/>
              <a:pathLst>
                <a:path extrusionOk="0" h="721" w="4989">
                  <a:moveTo>
                    <a:pt x="0" y="0"/>
                  </a:moveTo>
                  <a:lnTo>
                    <a:pt x="0" y="720"/>
                  </a:lnTo>
                  <a:lnTo>
                    <a:pt x="4988" y="720"/>
                  </a:lnTo>
                  <a:lnTo>
                    <a:pt x="498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5"/>
            <p:cNvSpPr/>
            <p:nvPr/>
          </p:nvSpPr>
          <p:spPr>
            <a:xfrm>
              <a:off x="5618225" y="3501300"/>
              <a:ext cx="53375" cy="17700"/>
            </a:xfrm>
            <a:custGeom>
              <a:rect b="b" l="l" r="r" t="t"/>
              <a:pathLst>
                <a:path extrusionOk="0" h="708" w="2135">
                  <a:moveTo>
                    <a:pt x="0" y="0"/>
                  </a:moveTo>
                  <a:lnTo>
                    <a:pt x="0" y="707"/>
                  </a:lnTo>
                  <a:lnTo>
                    <a:pt x="2134" y="707"/>
                  </a:lnTo>
                  <a:lnTo>
                    <a:pt x="213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5"/>
            <p:cNvSpPr/>
            <p:nvPr/>
          </p:nvSpPr>
          <p:spPr>
            <a:xfrm>
              <a:off x="5564200" y="3465625"/>
              <a:ext cx="304100" cy="250075"/>
            </a:xfrm>
            <a:custGeom>
              <a:rect b="b" l="l" r="r" t="t"/>
              <a:pathLst>
                <a:path extrusionOk="0" h="10003" w="12164">
                  <a:moveTo>
                    <a:pt x="8576" y="3561"/>
                  </a:moveTo>
                  <a:lnTo>
                    <a:pt x="8576" y="5695"/>
                  </a:lnTo>
                  <a:lnTo>
                    <a:pt x="3575" y="5695"/>
                  </a:lnTo>
                  <a:lnTo>
                    <a:pt x="3575" y="3561"/>
                  </a:lnTo>
                  <a:close/>
                  <a:moveTo>
                    <a:pt x="5002" y="707"/>
                  </a:moveTo>
                  <a:lnTo>
                    <a:pt x="5002" y="1427"/>
                  </a:lnTo>
                  <a:lnTo>
                    <a:pt x="10710" y="1427"/>
                  </a:lnTo>
                  <a:lnTo>
                    <a:pt x="10710" y="7842"/>
                  </a:lnTo>
                  <a:lnTo>
                    <a:pt x="7856" y="7842"/>
                  </a:lnTo>
                  <a:lnTo>
                    <a:pt x="7856" y="8549"/>
                  </a:lnTo>
                  <a:lnTo>
                    <a:pt x="1441" y="8549"/>
                  </a:lnTo>
                  <a:lnTo>
                    <a:pt x="1441" y="6415"/>
                  </a:lnTo>
                  <a:lnTo>
                    <a:pt x="7856" y="6415"/>
                  </a:lnTo>
                  <a:lnTo>
                    <a:pt x="7856" y="7122"/>
                  </a:lnTo>
                  <a:lnTo>
                    <a:pt x="9990" y="7122"/>
                  </a:lnTo>
                  <a:lnTo>
                    <a:pt x="9990" y="2134"/>
                  </a:lnTo>
                  <a:lnTo>
                    <a:pt x="5002" y="2134"/>
                  </a:lnTo>
                  <a:lnTo>
                    <a:pt x="5002" y="2854"/>
                  </a:lnTo>
                  <a:lnTo>
                    <a:pt x="1441" y="2854"/>
                  </a:lnTo>
                  <a:lnTo>
                    <a:pt x="1441" y="707"/>
                  </a:lnTo>
                  <a:close/>
                  <a:moveTo>
                    <a:pt x="1" y="0"/>
                  </a:moveTo>
                  <a:lnTo>
                    <a:pt x="1" y="10003"/>
                  </a:lnTo>
                  <a:lnTo>
                    <a:pt x="12164" y="10003"/>
                  </a:lnTo>
                  <a:lnTo>
                    <a:pt x="12164"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5"/>
            <p:cNvSpPr/>
            <p:nvPr/>
          </p:nvSpPr>
          <p:spPr>
            <a:xfrm>
              <a:off x="5564200" y="3411600"/>
              <a:ext cx="304100" cy="36050"/>
            </a:xfrm>
            <a:custGeom>
              <a:rect b="b" l="l" r="r" t="t"/>
              <a:pathLst>
                <a:path extrusionOk="0" h="1442" w="12164">
                  <a:moveTo>
                    <a:pt x="1" y="1"/>
                  </a:moveTo>
                  <a:lnTo>
                    <a:pt x="1" y="1441"/>
                  </a:lnTo>
                  <a:lnTo>
                    <a:pt x="12164" y="1441"/>
                  </a:lnTo>
                  <a:lnTo>
                    <a:pt x="1216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4" name="Google Shape;864;p25"/>
          <p:cNvSpPr txBox="1"/>
          <p:nvPr>
            <p:ph type="title"/>
          </p:nvPr>
        </p:nvSpPr>
        <p:spPr>
          <a:xfrm>
            <a:off x="5355375" y="3293625"/>
            <a:ext cx="3044700" cy="314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Tool: Google Data Studio </a:t>
            </a:r>
            <a:endParaRPr/>
          </a:p>
        </p:txBody>
      </p:sp>
      <p:sp>
        <p:nvSpPr>
          <p:cNvPr id="865" name="Google Shape;865;p25"/>
          <p:cNvSpPr txBox="1"/>
          <p:nvPr>
            <p:ph idx="2" type="title"/>
          </p:nvPr>
        </p:nvSpPr>
        <p:spPr>
          <a:xfrm>
            <a:off x="5355376" y="1356300"/>
            <a:ext cx="2862000" cy="28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Tool: Spark Streaming</a:t>
            </a:r>
            <a:endParaRPr/>
          </a:p>
        </p:txBody>
      </p:sp>
      <p:sp>
        <p:nvSpPr>
          <p:cNvPr id="866" name="Google Shape;866;p25"/>
          <p:cNvSpPr txBox="1"/>
          <p:nvPr>
            <p:ph idx="4" type="title"/>
          </p:nvPr>
        </p:nvSpPr>
        <p:spPr>
          <a:xfrm>
            <a:off x="5355375" y="2006063"/>
            <a:ext cx="2941500" cy="28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Tool: Hudi/S3 Bucket</a:t>
            </a:r>
            <a:endParaRPr/>
          </a:p>
        </p:txBody>
      </p:sp>
      <p:sp>
        <p:nvSpPr>
          <p:cNvPr id="867" name="Google Shape;867;p25"/>
          <p:cNvSpPr/>
          <p:nvPr/>
        </p:nvSpPr>
        <p:spPr>
          <a:xfrm>
            <a:off x="4784125" y="653425"/>
            <a:ext cx="535500" cy="4803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5"/>
          <p:cNvSpPr/>
          <p:nvPr/>
        </p:nvSpPr>
        <p:spPr>
          <a:xfrm>
            <a:off x="4784125" y="1299709"/>
            <a:ext cx="535500" cy="4803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5"/>
          <p:cNvSpPr/>
          <p:nvPr/>
        </p:nvSpPr>
        <p:spPr>
          <a:xfrm>
            <a:off x="4784125" y="2559696"/>
            <a:ext cx="535500" cy="4803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5"/>
          <p:cNvSpPr txBox="1"/>
          <p:nvPr>
            <p:ph idx="4" type="title"/>
          </p:nvPr>
        </p:nvSpPr>
        <p:spPr>
          <a:xfrm>
            <a:off x="1576825" y="3227488"/>
            <a:ext cx="2614500" cy="28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Tool: Apache Nifi</a:t>
            </a:r>
            <a:endParaRPr/>
          </a:p>
        </p:txBody>
      </p:sp>
      <p:sp>
        <p:nvSpPr>
          <p:cNvPr id="871" name="Google Shape;871;p25"/>
          <p:cNvSpPr/>
          <p:nvPr/>
        </p:nvSpPr>
        <p:spPr>
          <a:xfrm>
            <a:off x="999235" y="3148916"/>
            <a:ext cx="535500" cy="4992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2" name="Google Shape;872;p25"/>
          <p:cNvGrpSpPr/>
          <p:nvPr/>
        </p:nvGrpSpPr>
        <p:grpSpPr>
          <a:xfrm>
            <a:off x="1158013" y="3297013"/>
            <a:ext cx="218060" cy="203031"/>
            <a:chOff x="1739975" y="1272700"/>
            <a:chExt cx="304425" cy="304075"/>
          </a:xfrm>
        </p:grpSpPr>
        <p:sp>
          <p:nvSpPr>
            <p:cNvPr id="873" name="Google Shape;873;p25"/>
            <p:cNvSpPr/>
            <p:nvPr/>
          </p:nvSpPr>
          <p:spPr>
            <a:xfrm>
              <a:off x="1739975" y="1291025"/>
              <a:ext cx="286425" cy="160400"/>
            </a:xfrm>
            <a:custGeom>
              <a:rect b="b" l="l" r="r" t="t"/>
              <a:pathLst>
                <a:path extrusionOk="0" h="6416" w="11457">
                  <a:moveTo>
                    <a:pt x="1" y="0"/>
                  </a:moveTo>
                  <a:lnTo>
                    <a:pt x="1" y="6415"/>
                  </a:lnTo>
                  <a:lnTo>
                    <a:pt x="1454" y="6415"/>
                  </a:lnTo>
                  <a:lnTo>
                    <a:pt x="1454" y="6062"/>
                  </a:lnTo>
                  <a:cubicBezTo>
                    <a:pt x="1454" y="5080"/>
                    <a:pt x="2253" y="4281"/>
                    <a:pt x="3235" y="4281"/>
                  </a:cubicBezTo>
                  <a:cubicBezTo>
                    <a:pt x="1965" y="4281"/>
                    <a:pt x="1323" y="2750"/>
                    <a:pt x="2226" y="1846"/>
                  </a:cubicBezTo>
                  <a:cubicBezTo>
                    <a:pt x="2519" y="1554"/>
                    <a:pt x="2876" y="1423"/>
                    <a:pt x="3227" y="1423"/>
                  </a:cubicBezTo>
                  <a:cubicBezTo>
                    <a:pt x="3960" y="1423"/>
                    <a:pt x="4662" y="1995"/>
                    <a:pt x="4662" y="2854"/>
                  </a:cubicBezTo>
                  <a:cubicBezTo>
                    <a:pt x="4662" y="3640"/>
                    <a:pt x="4020" y="4281"/>
                    <a:pt x="3235" y="4281"/>
                  </a:cubicBezTo>
                  <a:cubicBezTo>
                    <a:pt x="4216" y="4281"/>
                    <a:pt x="5015" y="5080"/>
                    <a:pt x="5028" y="6062"/>
                  </a:cubicBezTo>
                  <a:lnTo>
                    <a:pt x="5028" y="6415"/>
                  </a:lnTo>
                  <a:lnTo>
                    <a:pt x="11456" y="6415"/>
                  </a:lnTo>
                  <a:lnTo>
                    <a:pt x="11456" y="4281"/>
                  </a:lnTo>
                  <a:lnTo>
                    <a:pt x="9532" y="4281"/>
                  </a:lnTo>
                  <a:lnTo>
                    <a:pt x="7162" y="6062"/>
                  </a:lnTo>
                  <a:lnTo>
                    <a:pt x="7162" y="4281"/>
                  </a:lnTo>
                  <a:lnTo>
                    <a:pt x="5735" y="4281"/>
                  </a:lnTo>
                  <a:lnTo>
                    <a:pt x="57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25"/>
            <p:cNvSpPr/>
            <p:nvPr/>
          </p:nvSpPr>
          <p:spPr>
            <a:xfrm>
              <a:off x="1796925" y="1344700"/>
              <a:ext cx="41925" cy="35675"/>
            </a:xfrm>
            <a:custGeom>
              <a:rect b="b" l="l" r="r" t="t"/>
              <a:pathLst>
                <a:path extrusionOk="0" h="1427" w="1677">
                  <a:moveTo>
                    <a:pt x="957" y="0"/>
                  </a:moveTo>
                  <a:cubicBezTo>
                    <a:pt x="328" y="0"/>
                    <a:pt x="1" y="760"/>
                    <a:pt x="459" y="1218"/>
                  </a:cubicBezTo>
                  <a:cubicBezTo>
                    <a:pt x="603" y="1361"/>
                    <a:pt x="780" y="1426"/>
                    <a:pt x="955" y="1426"/>
                  </a:cubicBezTo>
                  <a:cubicBezTo>
                    <a:pt x="1322" y="1426"/>
                    <a:pt x="1677" y="1142"/>
                    <a:pt x="1677" y="707"/>
                  </a:cubicBezTo>
                  <a:cubicBezTo>
                    <a:pt x="1677" y="314"/>
                    <a:pt x="1349" y="0"/>
                    <a:pt x="95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5"/>
            <p:cNvSpPr/>
            <p:nvPr/>
          </p:nvSpPr>
          <p:spPr>
            <a:xfrm>
              <a:off x="1794325" y="1416050"/>
              <a:ext cx="53375" cy="35375"/>
            </a:xfrm>
            <a:custGeom>
              <a:rect b="b" l="l" r="r" t="t"/>
              <a:pathLst>
                <a:path extrusionOk="0" h="1415" w="2135">
                  <a:moveTo>
                    <a:pt x="1084" y="0"/>
                  </a:moveTo>
                  <a:cubicBezTo>
                    <a:pt x="1076" y="0"/>
                    <a:pt x="1068" y="0"/>
                    <a:pt x="1061" y="0"/>
                  </a:cubicBezTo>
                  <a:cubicBezTo>
                    <a:pt x="471" y="0"/>
                    <a:pt x="0" y="472"/>
                    <a:pt x="0" y="1061"/>
                  </a:cubicBezTo>
                  <a:lnTo>
                    <a:pt x="0" y="1414"/>
                  </a:lnTo>
                  <a:lnTo>
                    <a:pt x="2134" y="1414"/>
                  </a:lnTo>
                  <a:lnTo>
                    <a:pt x="2134" y="1061"/>
                  </a:lnTo>
                  <a:cubicBezTo>
                    <a:pt x="2134" y="479"/>
                    <a:pt x="1662" y="0"/>
                    <a:pt x="10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5"/>
            <p:cNvSpPr/>
            <p:nvPr/>
          </p:nvSpPr>
          <p:spPr>
            <a:xfrm>
              <a:off x="1739975" y="1469400"/>
              <a:ext cx="286425" cy="107375"/>
            </a:xfrm>
            <a:custGeom>
              <a:rect b="b" l="l" r="r" t="t"/>
              <a:pathLst>
                <a:path extrusionOk="0" h="4295" w="11457">
                  <a:moveTo>
                    <a:pt x="6089" y="707"/>
                  </a:moveTo>
                  <a:lnTo>
                    <a:pt x="6089" y="1427"/>
                  </a:lnTo>
                  <a:lnTo>
                    <a:pt x="5382" y="1427"/>
                  </a:lnTo>
                  <a:lnTo>
                    <a:pt x="5382" y="707"/>
                  </a:lnTo>
                  <a:close/>
                  <a:moveTo>
                    <a:pt x="1" y="0"/>
                  </a:moveTo>
                  <a:lnTo>
                    <a:pt x="1" y="2134"/>
                  </a:lnTo>
                  <a:lnTo>
                    <a:pt x="4308" y="2134"/>
                  </a:lnTo>
                  <a:lnTo>
                    <a:pt x="4308" y="3588"/>
                  </a:lnTo>
                  <a:lnTo>
                    <a:pt x="2881" y="3588"/>
                  </a:lnTo>
                  <a:lnTo>
                    <a:pt x="2881" y="4295"/>
                  </a:lnTo>
                  <a:lnTo>
                    <a:pt x="8589" y="4295"/>
                  </a:lnTo>
                  <a:lnTo>
                    <a:pt x="8589" y="3588"/>
                  </a:lnTo>
                  <a:lnTo>
                    <a:pt x="7162" y="3588"/>
                  </a:lnTo>
                  <a:lnTo>
                    <a:pt x="7162" y="2134"/>
                  </a:lnTo>
                  <a:lnTo>
                    <a:pt x="11456" y="2134"/>
                  </a:lnTo>
                  <a:lnTo>
                    <a:pt x="1145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5"/>
            <p:cNvSpPr/>
            <p:nvPr/>
          </p:nvSpPr>
          <p:spPr>
            <a:xfrm>
              <a:off x="1901025" y="1272700"/>
              <a:ext cx="143375" cy="134200"/>
            </a:xfrm>
            <a:custGeom>
              <a:rect b="b" l="l" r="r" t="t"/>
              <a:pathLst>
                <a:path extrusionOk="0" h="5368" w="5735">
                  <a:moveTo>
                    <a:pt x="4661" y="1100"/>
                  </a:moveTo>
                  <a:lnTo>
                    <a:pt x="4661" y="1807"/>
                  </a:lnTo>
                  <a:lnTo>
                    <a:pt x="1074" y="1807"/>
                  </a:lnTo>
                  <a:lnTo>
                    <a:pt x="1074" y="1100"/>
                  </a:lnTo>
                  <a:close/>
                  <a:moveTo>
                    <a:pt x="3941" y="2514"/>
                  </a:moveTo>
                  <a:lnTo>
                    <a:pt x="3941" y="3234"/>
                  </a:lnTo>
                  <a:lnTo>
                    <a:pt x="1074" y="3234"/>
                  </a:lnTo>
                  <a:lnTo>
                    <a:pt x="1074" y="2514"/>
                  </a:lnTo>
                  <a:close/>
                  <a:moveTo>
                    <a:pt x="0" y="0"/>
                  </a:moveTo>
                  <a:lnTo>
                    <a:pt x="0" y="4307"/>
                  </a:lnTo>
                  <a:lnTo>
                    <a:pt x="1427" y="4307"/>
                  </a:lnTo>
                  <a:lnTo>
                    <a:pt x="1427" y="5368"/>
                  </a:lnTo>
                  <a:lnTo>
                    <a:pt x="2854" y="4307"/>
                  </a:lnTo>
                  <a:lnTo>
                    <a:pt x="5735" y="4307"/>
                  </a:lnTo>
                  <a:lnTo>
                    <a:pt x="573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8" name="Google Shape;878;p25"/>
          <p:cNvSpPr txBox="1"/>
          <p:nvPr>
            <p:ph idx="4" type="title"/>
          </p:nvPr>
        </p:nvSpPr>
        <p:spPr>
          <a:xfrm>
            <a:off x="5340075" y="3920650"/>
            <a:ext cx="3162000" cy="363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Future Iteration</a:t>
            </a:r>
            <a:endParaRPr/>
          </a:p>
        </p:txBody>
      </p:sp>
      <p:sp>
        <p:nvSpPr>
          <p:cNvPr id="879" name="Google Shape;879;p25"/>
          <p:cNvSpPr/>
          <p:nvPr/>
        </p:nvSpPr>
        <p:spPr>
          <a:xfrm>
            <a:off x="4784125" y="3229275"/>
            <a:ext cx="535500" cy="4803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5"/>
          <p:cNvSpPr/>
          <p:nvPr/>
        </p:nvSpPr>
        <p:spPr>
          <a:xfrm>
            <a:off x="4942790" y="792445"/>
            <a:ext cx="218161" cy="189187"/>
          </a:xfrm>
          <a:custGeom>
            <a:rect b="b" l="l" r="r" t="t"/>
            <a:pathLst>
              <a:path extrusionOk="0" h="10684" w="12164">
                <a:moveTo>
                  <a:pt x="4295" y="0"/>
                </a:moveTo>
                <a:lnTo>
                  <a:pt x="4295" y="2854"/>
                </a:lnTo>
                <a:lnTo>
                  <a:pt x="5722" y="2854"/>
                </a:lnTo>
                <a:lnTo>
                  <a:pt x="5722" y="4988"/>
                </a:lnTo>
                <a:lnTo>
                  <a:pt x="1441" y="4988"/>
                </a:lnTo>
                <a:lnTo>
                  <a:pt x="1441" y="7842"/>
                </a:lnTo>
                <a:lnTo>
                  <a:pt x="1" y="7842"/>
                </a:lnTo>
                <a:lnTo>
                  <a:pt x="1" y="10683"/>
                </a:lnTo>
                <a:lnTo>
                  <a:pt x="3588" y="10683"/>
                </a:lnTo>
                <a:lnTo>
                  <a:pt x="3588" y="7842"/>
                </a:lnTo>
                <a:lnTo>
                  <a:pt x="2161" y="7842"/>
                </a:lnTo>
                <a:lnTo>
                  <a:pt x="2161" y="5695"/>
                </a:lnTo>
                <a:lnTo>
                  <a:pt x="5722" y="5695"/>
                </a:lnTo>
                <a:lnTo>
                  <a:pt x="5722" y="7842"/>
                </a:lnTo>
                <a:lnTo>
                  <a:pt x="4295" y="7842"/>
                </a:lnTo>
                <a:lnTo>
                  <a:pt x="4295" y="10683"/>
                </a:lnTo>
                <a:lnTo>
                  <a:pt x="7856" y="10683"/>
                </a:lnTo>
                <a:lnTo>
                  <a:pt x="7856" y="7842"/>
                </a:lnTo>
                <a:lnTo>
                  <a:pt x="6429" y="7842"/>
                </a:lnTo>
                <a:lnTo>
                  <a:pt x="6429" y="5695"/>
                </a:lnTo>
                <a:lnTo>
                  <a:pt x="10003" y="5695"/>
                </a:lnTo>
                <a:lnTo>
                  <a:pt x="10003" y="7842"/>
                </a:lnTo>
                <a:lnTo>
                  <a:pt x="8576" y="7842"/>
                </a:lnTo>
                <a:lnTo>
                  <a:pt x="8576" y="10683"/>
                </a:lnTo>
                <a:lnTo>
                  <a:pt x="12164" y="10683"/>
                </a:lnTo>
                <a:lnTo>
                  <a:pt x="12164" y="7842"/>
                </a:lnTo>
                <a:lnTo>
                  <a:pt x="10710" y="7842"/>
                </a:lnTo>
                <a:lnTo>
                  <a:pt x="10710" y="4988"/>
                </a:lnTo>
                <a:lnTo>
                  <a:pt x="6429" y="4988"/>
                </a:lnTo>
                <a:lnTo>
                  <a:pt x="6429" y="2854"/>
                </a:lnTo>
                <a:lnTo>
                  <a:pt x="7856" y="2854"/>
                </a:lnTo>
                <a:lnTo>
                  <a:pt x="7856"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1" name="Google Shape;881;p25"/>
          <p:cNvGrpSpPr/>
          <p:nvPr/>
        </p:nvGrpSpPr>
        <p:grpSpPr>
          <a:xfrm>
            <a:off x="4942876" y="1432159"/>
            <a:ext cx="218143" cy="215607"/>
            <a:chOff x="3275700" y="2698425"/>
            <a:chExt cx="304075" cy="304400"/>
          </a:xfrm>
        </p:grpSpPr>
        <p:sp>
          <p:nvSpPr>
            <p:cNvPr id="882" name="Google Shape;882;p25"/>
            <p:cNvSpPr/>
            <p:nvPr/>
          </p:nvSpPr>
          <p:spPr>
            <a:xfrm>
              <a:off x="3440000" y="2752100"/>
              <a:ext cx="86425" cy="86425"/>
            </a:xfrm>
            <a:custGeom>
              <a:rect b="b" l="l" r="r" t="t"/>
              <a:pathLst>
                <a:path extrusionOk="0" h="3457" w="3457">
                  <a:moveTo>
                    <a:pt x="603" y="0"/>
                  </a:moveTo>
                  <a:lnTo>
                    <a:pt x="603" y="707"/>
                  </a:lnTo>
                  <a:lnTo>
                    <a:pt x="2239" y="707"/>
                  </a:lnTo>
                  <a:lnTo>
                    <a:pt x="1" y="2959"/>
                  </a:lnTo>
                  <a:lnTo>
                    <a:pt x="498" y="3457"/>
                  </a:lnTo>
                  <a:lnTo>
                    <a:pt x="2737" y="1218"/>
                  </a:lnTo>
                  <a:lnTo>
                    <a:pt x="2737" y="2854"/>
                  </a:lnTo>
                  <a:lnTo>
                    <a:pt x="3457" y="2854"/>
                  </a:lnTo>
                  <a:lnTo>
                    <a:pt x="3457"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5"/>
            <p:cNvSpPr/>
            <p:nvPr/>
          </p:nvSpPr>
          <p:spPr>
            <a:xfrm>
              <a:off x="3544075" y="2698425"/>
              <a:ext cx="35700" cy="35700"/>
            </a:xfrm>
            <a:custGeom>
              <a:rect b="b" l="l" r="r" t="t"/>
              <a:pathLst>
                <a:path extrusionOk="0" h="1428" w="1428">
                  <a:moveTo>
                    <a:pt x="1" y="0"/>
                  </a:moveTo>
                  <a:lnTo>
                    <a:pt x="1" y="720"/>
                  </a:lnTo>
                  <a:lnTo>
                    <a:pt x="721" y="720"/>
                  </a:lnTo>
                  <a:lnTo>
                    <a:pt x="721" y="1427"/>
                  </a:lnTo>
                  <a:lnTo>
                    <a:pt x="1428" y="1427"/>
                  </a:lnTo>
                  <a:lnTo>
                    <a:pt x="142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5"/>
            <p:cNvSpPr/>
            <p:nvPr/>
          </p:nvSpPr>
          <p:spPr>
            <a:xfrm>
              <a:off x="3544075" y="2912475"/>
              <a:ext cx="35700" cy="35700"/>
            </a:xfrm>
            <a:custGeom>
              <a:rect b="b" l="l" r="r" t="t"/>
              <a:pathLst>
                <a:path extrusionOk="0" h="1428" w="1428">
                  <a:moveTo>
                    <a:pt x="721" y="0"/>
                  </a:moveTo>
                  <a:lnTo>
                    <a:pt x="721" y="707"/>
                  </a:lnTo>
                  <a:lnTo>
                    <a:pt x="1" y="707"/>
                  </a:lnTo>
                  <a:lnTo>
                    <a:pt x="1" y="1428"/>
                  </a:lnTo>
                  <a:lnTo>
                    <a:pt x="1428" y="1428"/>
                  </a:lnTo>
                  <a:lnTo>
                    <a:pt x="142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5"/>
            <p:cNvSpPr/>
            <p:nvPr/>
          </p:nvSpPr>
          <p:spPr>
            <a:xfrm>
              <a:off x="3562075" y="2752100"/>
              <a:ext cx="17700" cy="35700"/>
            </a:xfrm>
            <a:custGeom>
              <a:rect b="b" l="l" r="r" t="t"/>
              <a:pathLst>
                <a:path extrusionOk="0" h="1428" w="708">
                  <a:moveTo>
                    <a:pt x="1" y="0"/>
                  </a:moveTo>
                  <a:lnTo>
                    <a:pt x="1" y="1427"/>
                  </a:lnTo>
                  <a:lnTo>
                    <a:pt x="708" y="1427"/>
                  </a:lnTo>
                  <a:lnTo>
                    <a:pt x="70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5"/>
            <p:cNvSpPr/>
            <p:nvPr/>
          </p:nvSpPr>
          <p:spPr>
            <a:xfrm>
              <a:off x="3562075" y="2805450"/>
              <a:ext cx="17700" cy="35700"/>
            </a:xfrm>
            <a:custGeom>
              <a:rect b="b" l="l" r="r" t="t"/>
              <a:pathLst>
                <a:path extrusionOk="0" h="1428" w="708">
                  <a:moveTo>
                    <a:pt x="1" y="0"/>
                  </a:moveTo>
                  <a:lnTo>
                    <a:pt x="1" y="1427"/>
                  </a:lnTo>
                  <a:lnTo>
                    <a:pt x="708" y="1427"/>
                  </a:lnTo>
                  <a:lnTo>
                    <a:pt x="70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5"/>
            <p:cNvSpPr/>
            <p:nvPr/>
          </p:nvSpPr>
          <p:spPr>
            <a:xfrm>
              <a:off x="3562075" y="2858800"/>
              <a:ext cx="17700" cy="35700"/>
            </a:xfrm>
            <a:custGeom>
              <a:rect b="b" l="l" r="r" t="t"/>
              <a:pathLst>
                <a:path extrusionOk="0" h="1428" w="708">
                  <a:moveTo>
                    <a:pt x="1" y="0"/>
                  </a:moveTo>
                  <a:lnTo>
                    <a:pt x="1" y="1427"/>
                  </a:lnTo>
                  <a:lnTo>
                    <a:pt x="708" y="1427"/>
                  </a:lnTo>
                  <a:lnTo>
                    <a:pt x="70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5"/>
            <p:cNvSpPr/>
            <p:nvPr/>
          </p:nvSpPr>
          <p:spPr>
            <a:xfrm>
              <a:off x="3330350" y="2698425"/>
              <a:ext cx="35700" cy="35700"/>
            </a:xfrm>
            <a:custGeom>
              <a:rect b="b" l="l" r="r" t="t"/>
              <a:pathLst>
                <a:path extrusionOk="0" h="1428" w="1428">
                  <a:moveTo>
                    <a:pt x="1" y="0"/>
                  </a:moveTo>
                  <a:lnTo>
                    <a:pt x="1" y="1427"/>
                  </a:lnTo>
                  <a:lnTo>
                    <a:pt x="708" y="1427"/>
                  </a:lnTo>
                  <a:lnTo>
                    <a:pt x="708" y="720"/>
                  </a:lnTo>
                  <a:lnTo>
                    <a:pt x="1428" y="720"/>
                  </a:lnTo>
                  <a:lnTo>
                    <a:pt x="142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5"/>
            <p:cNvSpPr/>
            <p:nvPr/>
          </p:nvSpPr>
          <p:spPr>
            <a:xfrm>
              <a:off x="3330350" y="2752100"/>
              <a:ext cx="17700" cy="35700"/>
            </a:xfrm>
            <a:custGeom>
              <a:rect b="b" l="l" r="r" t="t"/>
              <a:pathLst>
                <a:path extrusionOk="0" h="1428" w="708">
                  <a:moveTo>
                    <a:pt x="1" y="0"/>
                  </a:moveTo>
                  <a:lnTo>
                    <a:pt x="1" y="1427"/>
                  </a:lnTo>
                  <a:lnTo>
                    <a:pt x="708" y="1427"/>
                  </a:lnTo>
                  <a:lnTo>
                    <a:pt x="70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5"/>
            <p:cNvSpPr/>
            <p:nvPr/>
          </p:nvSpPr>
          <p:spPr>
            <a:xfrm>
              <a:off x="3330350" y="2805450"/>
              <a:ext cx="17700" cy="35700"/>
            </a:xfrm>
            <a:custGeom>
              <a:rect b="b" l="l" r="r" t="t"/>
              <a:pathLst>
                <a:path extrusionOk="0" h="1428" w="708">
                  <a:moveTo>
                    <a:pt x="1" y="0"/>
                  </a:moveTo>
                  <a:lnTo>
                    <a:pt x="1" y="1427"/>
                  </a:lnTo>
                  <a:lnTo>
                    <a:pt x="708" y="1427"/>
                  </a:lnTo>
                  <a:lnTo>
                    <a:pt x="70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5"/>
            <p:cNvSpPr/>
            <p:nvPr/>
          </p:nvSpPr>
          <p:spPr>
            <a:xfrm>
              <a:off x="3383700" y="2698425"/>
              <a:ext cx="35700" cy="18025"/>
            </a:xfrm>
            <a:custGeom>
              <a:rect b="b" l="l" r="r" t="t"/>
              <a:pathLst>
                <a:path extrusionOk="0" h="721" w="1428">
                  <a:moveTo>
                    <a:pt x="1" y="0"/>
                  </a:moveTo>
                  <a:lnTo>
                    <a:pt x="1" y="720"/>
                  </a:lnTo>
                  <a:lnTo>
                    <a:pt x="1428" y="720"/>
                  </a:lnTo>
                  <a:lnTo>
                    <a:pt x="142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5"/>
            <p:cNvSpPr/>
            <p:nvPr/>
          </p:nvSpPr>
          <p:spPr>
            <a:xfrm>
              <a:off x="3437050" y="2698425"/>
              <a:ext cx="35700" cy="18025"/>
            </a:xfrm>
            <a:custGeom>
              <a:rect b="b" l="l" r="r" t="t"/>
              <a:pathLst>
                <a:path extrusionOk="0" h="721" w="1428">
                  <a:moveTo>
                    <a:pt x="1" y="0"/>
                  </a:moveTo>
                  <a:lnTo>
                    <a:pt x="1" y="720"/>
                  </a:lnTo>
                  <a:lnTo>
                    <a:pt x="1428" y="720"/>
                  </a:lnTo>
                  <a:lnTo>
                    <a:pt x="142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5"/>
            <p:cNvSpPr/>
            <p:nvPr/>
          </p:nvSpPr>
          <p:spPr>
            <a:xfrm>
              <a:off x="3490725" y="2698425"/>
              <a:ext cx="35700" cy="18025"/>
            </a:xfrm>
            <a:custGeom>
              <a:rect b="b" l="l" r="r" t="t"/>
              <a:pathLst>
                <a:path extrusionOk="0" h="721" w="1428">
                  <a:moveTo>
                    <a:pt x="1" y="0"/>
                  </a:moveTo>
                  <a:lnTo>
                    <a:pt x="1" y="720"/>
                  </a:lnTo>
                  <a:lnTo>
                    <a:pt x="1428" y="720"/>
                  </a:lnTo>
                  <a:lnTo>
                    <a:pt x="142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5"/>
            <p:cNvSpPr/>
            <p:nvPr/>
          </p:nvSpPr>
          <p:spPr>
            <a:xfrm>
              <a:off x="3437050" y="2930150"/>
              <a:ext cx="35700" cy="18025"/>
            </a:xfrm>
            <a:custGeom>
              <a:rect b="b" l="l" r="r" t="t"/>
              <a:pathLst>
                <a:path extrusionOk="0" h="721" w="1428">
                  <a:moveTo>
                    <a:pt x="1" y="0"/>
                  </a:moveTo>
                  <a:lnTo>
                    <a:pt x="1" y="721"/>
                  </a:lnTo>
                  <a:lnTo>
                    <a:pt x="1428" y="721"/>
                  </a:lnTo>
                  <a:lnTo>
                    <a:pt x="142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5"/>
            <p:cNvSpPr/>
            <p:nvPr/>
          </p:nvSpPr>
          <p:spPr>
            <a:xfrm>
              <a:off x="3490725" y="2930150"/>
              <a:ext cx="35700" cy="18025"/>
            </a:xfrm>
            <a:custGeom>
              <a:rect b="b" l="l" r="r" t="t"/>
              <a:pathLst>
                <a:path extrusionOk="0" h="721" w="1428">
                  <a:moveTo>
                    <a:pt x="1" y="0"/>
                  </a:moveTo>
                  <a:lnTo>
                    <a:pt x="1" y="721"/>
                  </a:lnTo>
                  <a:lnTo>
                    <a:pt x="1428" y="721"/>
                  </a:lnTo>
                  <a:lnTo>
                    <a:pt x="142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5"/>
            <p:cNvSpPr/>
            <p:nvPr/>
          </p:nvSpPr>
          <p:spPr>
            <a:xfrm>
              <a:off x="3275700" y="2860100"/>
              <a:ext cx="142400" cy="142725"/>
            </a:xfrm>
            <a:custGeom>
              <a:rect b="b" l="l" r="r" t="t"/>
              <a:pathLst>
                <a:path extrusionOk="0" h="5709" w="5696">
                  <a:moveTo>
                    <a:pt x="0" y="1"/>
                  </a:moveTo>
                  <a:lnTo>
                    <a:pt x="0" y="5709"/>
                  </a:lnTo>
                  <a:lnTo>
                    <a:pt x="5695" y="5709"/>
                  </a:lnTo>
                  <a:lnTo>
                    <a:pt x="569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7" name="Google Shape;897;p25"/>
          <p:cNvGrpSpPr/>
          <p:nvPr/>
        </p:nvGrpSpPr>
        <p:grpSpPr>
          <a:xfrm>
            <a:off x="4942864" y="2693399"/>
            <a:ext cx="218377" cy="215376"/>
            <a:chOff x="7837350" y="1272700"/>
            <a:chExt cx="304400" cy="304075"/>
          </a:xfrm>
        </p:grpSpPr>
        <p:sp>
          <p:nvSpPr>
            <p:cNvPr id="898" name="Google Shape;898;p25"/>
            <p:cNvSpPr/>
            <p:nvPr/>
          </p:nvSpPr>
          <p:spPr>
            <a:xfrm>
              <a:off x="7927025" y="1415400"/>
              <a:ext cx="18025" cy="35375"/>
            </a:xfrm>
            <a:custGeom>
              <a:rect b="b" l="l" r="r" t="t"/>
              <a:pathLst>
                <a:path extrusionOk="0" h="1415" w="721">
                  <a:moveTo>
                    <a:pt x="0" y="0"/>
                  </a:moveTo>
                  <a:lnTo>
                    <a:pt x="0" y="1414"/>
                  </a:lnTo>
                  <a:lnTo>
                    <a:pt x="720" y="1414"/>
                  </a:lnTo>
                  <a:lnTo>
                    <a:pt x="72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5"/>
            <p:cNvSpPr/>
            <p:nvPr/>
          </p:nvSpPr>
          <p:spPr>
            <a:xfrm>
              <a:off x="8034050" y="1326050"/>
              <a:ext cx="17700" cy="35700"/>
            </a:xfrm>
            <a:custGeom>
              <a:rect b="b" l="l" r="r" t="t"/>
              <a:pathLst>
                <a:path extrusionOk="0" h="1428" w="708">
                  <a:moveTo>
                    <a:pt x="0" y="0"/>
                  </a:moveTo>
                  <a:lnTo>
                    <a:pt x="0" y="1427"/>
                  </a:lnTo>
                  <a:lnTo>
                    <a:pt x="707" y="1427"/>
                  </a:lnTo>
                  <a:lnTo>
                    <a:pt x="70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5"/>
            <p:cNvSpPr/>
            <p:nvPr/>
          </p:nvSpPr>
          <p:spPr>
            <a:xfrm>
              <a:off x="7891675" y="1326050"/>
              <a:ext cx="17700" cy="35700"/>
            </a:xfrm>
            <a:custGeom>
              <a:rect b="b" l="l" r="r" t="t"/>
              <a:pathLst>
                <a:path extrusionOk="0" h="1428" w="708">
                  <a:moveTo>
                    <a:pt x="0" y="0"/>
                  </a:moveTo>
                  <a:lnTo>
                    <a:pt x="0" y="1427"/>
                  </a:lnTo>
                  <a:lnTo>
                    <a:pt x="707" y="1427"/>
                  </a:lnTo>
                  <a:lnTo>
                    <a:pt x="70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5"/>
            <p:cNvSpPr/>
            <p:nvPr/>
          </p:nvSpPr>
          <p:spPr>
            <a:xfrm>
              <a:off x="8034050" y="1415400"/>
              <a:ext cx="17700" cy="35375"/>
            </a:xfrm>
            <a:custGeom>
              <a:rect b="b" l="l" r="r" t="t"/>
              <a:pathLst>
                <a:path extrusionOk="0" h="1415" w="708">
                  <a:moveTo>
                    <a:pt x="0" y="0"/>
                  </a:moveTo>
                  <a:lnTo>
                    <a:pt x="0" y="1414"/>
                  </a:lnTo>
                  <a:lnTo>
                    <a:pt x="707" y="1414"/>
                  </a:lnTo>
                  <a:lnTo>
                    <a:pt x="70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5"/>
            <p:cNvSpPr/>
            <p:nvPr/>
          </p:nvSpPr>
          <p:spPr>
            <a:xfrm>
              <a:off x="7837350" y="1272700"/>
              <a:ext cx="304400" cy="213750"/>
            </a:xfrm>
            <a:custGeom>
              <a:rect b="b" l="l" r="r" t="t"/>
              <a:pathLst>
                <a:path extrusionOk="0" h="8550" w="12176">
                  <a:moveTo>
                    <a:pt x="3587" y="1427"/>
                  </a:moveTo>
                  <a:lnTo>
                    <a:pt x="3587" y="4281"/>
                  </a:lnTo>
                  <a:lnTo>
                    <a:pt x="1453" y="4281"/>
                  </a:lnTo>
                  <a:lnTo>
                    <a:pt x="1453" y="1427"/>
                  </a:lnTo>
                  <a:close/>
                  <a:moveTo>
                    <a:pt x="5014" y="1427"/>
                  </a:moveTo>
                  <a:lnTo>
                    <a:pt x="5014" y="4281"/>
                  </a:lnTo>
                  <a:lnTo>
                    <a:pt x="4307" y="4281"/>
                  </a:lnTo>
                  <a:lnTo>
                    <a:pt x="4307" y="1427"/>
                  </a:lnTo>
                  <a:close/>
                  <a:moveTo>
                    <a:pt x="6441" y="1427"/>
                  </a:moveTo>
                  <a:lnTo>
                    <a:pt x="6441" y="4281"/>
                  </a:lnTo>
                  <a:lnTo>
                    <a:pt x="5734" y="4281"/>
                  </a:lnTo>
                  <a:lnTo>
                    <a:pt x="5734" y="1427"/>
                  </a:lnTo>
                  <a:close/>
                  <a:moveTo>
                    <a:pt x="9296" y="1427"/>
                  </a:moveTo>
                  <a:lnTo>
                    <a:pt x="9296" y="4281"/>
                  </a:lnTo>
                  <a:lnTo>
                    <a:pt x="7162" y="4281"/>
                  </a:lnTo>
                  <a:lnTo>
                    <a:pt x="7162" y="1427"/>
                  </a:lnTo>
                  <a:close/>
                  <a:moveTo>
                    <a:pt x="10723" y="1427"/>
                  </a:moveTo>
                  <a:lnTo>
                    <a:pt x="10723" y="4281"/>
                  </a:lnTo>
                  <a:lnTo>
                    <a:pt x="10003" y="4281"/>
                  </a:lnTo>
                  <a:lnTo>
                    <a:pt x="10003" y="1427"/>
                  </a:lnTo>
                  <a:close/>
                  <a:moveTo>
                    <a:pt x="2173" y="4988"/>
                  </a:moveTo>
                  <a:lnTo>
                    <a:pt x="2173" y="7842"/>
                  </a:lnTo>
                  <a:lnTo>
                    <a:pt x="1453" y="7842"/>
                  </a:lnTo>
                  <a:lnTo>
                    <a:pt x="1453" y="4988"/>
                  </a:lnTo>
                  <a:close/>
                  <a:moveTo>
                    <a:pt x="5014" y="4988"/>
                  </a:moveTo>
                  <a:lnTo>
                    <a:pt x="5014" y="7842"/>
                  </a:lnTo>
                  <a:lnTo>
                    <a:pt x="2880" y="7842"/>
                  </a:lnTo>
                  <a:lnTo>
                    <a:pt x="2880" y="4988"/>
                  </a:lnTo>
                  <a:close/>
                  <a:moveTo>
                    <a:pt x="6441" y="4988"/>
                  </a:moveTo>
                  <a:lnTo>
                    <a:pt x="6441" y="7842"/>
                  </a:lnTo>
                  <a:lnTo>
                    <a:pt x="5734" y="7842"/>
                  </a:lnTo>
                  <a:lnTo>
                    <a:pt x="5734" y="4988"/>
                  </a:lnTo>
                  <a:close/>
                  <a:moveTo>
                    <a:pt x="9296" y="4988"/>
                  </a:moveTo>
                  <a:lnTo>
                    <a:pt x="9296" y="7842"/>
                  </a:lnTo>
                  <a:lnTo>
                    <a:pt x="7162" y="7842"/>
                  </a:lnTo>
                  <a:lnTo>
                    <a:pt x="7162" y="4988"/>
                  </a:lnTo>
                  <a:close/>
                  <a:moveTo>
                    <a:pt x="10723" y="4988"/>
                  </a:moveTo>
                  <a:lnTo>
                    <a:pt x="10723" y="7842"/>
                  </a:lnTo>
                  <a:lnTo>
                    <a:pt x="10003" y="7842"/>
                  </a:lnTo>
                  <a:lnTo>
                    <a:pt x="10003" y="4988"/>
                  </a:lnTo>
                  <a:close/>
                  <a:moveTo>
                    <a:pt x="0" y="0"/>
                  </a:moveTo>
                  <a:lnTo>
                    <a:pt x="0" y="8549"/>
                  </a:lnTo>
                  <a:lnTo>
                    <a:pt x="12176" y="8549"/>
                  </a:lnTo>
                  <a:lnTo>
                    <a:pt x="1217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5"/>
            <p:cNvSpPr/>
            <p:nvPr/>
          </p:nvSpPr>
          <p:spPr>
            <a:xfrm>
              <a:off x="7837350" y="1504425"/>
              <a:ext cx="304400" cy="72350"/>
            </a:xfrm>
            <a:custGeom>
              <a:rect b="b" l="l" r="r" t="t"/>
              <a:pathLst>
                <a:path extrusionOk="0" h="2894" w="12176">
                  <a:moveTo>
                    <a:pt x="0" y="0"/>
                  </a:moveTo>
                  <a:lnTo>
                    <a:pt x="0" y="1427"/>
                  </a:lnTo>
                  <a:lnTo>
                    <a:pt x="4307" y="1427"/>
                  </a:lnTo>
                  <a:lnTo>
                    <a:pt x="4307" y="2187"/>
                  </a:lnTo>
                  <a:lnTo>
                    <a:pt x="2880" y="2187"/>
                  </a:lnTo>
                  <a:lnTo>
                    <a:pt x="2880" y="2894"/>
                  </a:lnTo>
                  <a:lnTo>
                    <a:pt x="9296" y="2894"/>
                  </a:lnTo>
                  <a:lnTo>
                    <a:pt x="9296" y="2187"/>
                  </a:lnTo>
                  <a:lnTo>
                    <a:pt x="7868" y="2187"/>
                  </a:lnTo>
                  <a:lnTo>
                    <a:pt x="7868" y="1427"/>
                  </a:lnTo>
                  <a:lnTo>
                    <a:pt x="12176" y="1427"/>
                  </a:lnTo>
                  <a:lnTo>
                    <a:pt x="1217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4" name="Google Shape;904;p25"/>
          <p:cNvGrpSpPr/>
          <p:nvPr/>
        </p:nvGrpSpPr>
        <p:grpSpPr>
          <a:xfrm>
            <a:off x="4950115" y="3359216"/>
            <a:ext cx="203795" cy="215571"/>
            <a:chOff x="6337025" y="1272425"/>
            <a:chExt cx="284075" cy="304350"/>
          </a:xfrm>
        </p:grpSpPr>
        <p:sp>
          <p:nvSpPr>
            <p:cNvPr id="905" name="Google Shape;905;p25"/>
            <p:cNvSpPr/>
            <p:nvPr/>
          </p:nvSpPr>
          <p:spPr>
            <a:xfrm>
              <a:off x="6337025" y="1272425"/>
              <a:ext cx="276500" cy="142950"/>
            </a:xfrm>
            <a:custGeom>
              <a:rect b="b" l="l" r="r" t="t"/>
              <a:pathLst>
                <a:path extrusionOk="0" h="5718" w="11060">
                  <a:moveTo>
                    <a:pt x="1955" y="0"/>
                  </a:moveTo>
                  <a:cubicBezTo>
                    <a:pt x="1564" y="0"/>
                    <a:pt x="1172" y="204"/>
                    <a:pt x="980" y="653"/>
                  </a:cubicBezTo>
                  <a:cubicBezTo>
                    <a:pt x="645" y="1448"/>
                    <a:pt x="1278" y="2160"/>
                    <a:pt x="1976" y="2160"/>
                  </a:cubicBezTo>
                  <a:cubicBezTo>
                    <a:pt x="2230" y="2160"/>
                    <a:pt x="2494" y="2065"/>
                    <a:pt x="2722" y="1844"/>
                  </a:cubicBezTo>
                  <a:lnTo>
                    <a:pt x="3612" y="2302"/>
                  </a:lnTo>
                  <a:cubicBezTo>
                    <a:pt x="3468" y="2590"/>
                    <a:pt x="3402" y="2904"/>
                    <a:pt x="3402" y="3219"/>
                  </a:cubicBezTo>
                  <a:cubicBezTo>
                    <a:pt x="3402" y="3363"/>
                    <a:pt x="3416" y="3507"/>
                    <a:pt x="3455" y="3651"/>
                  </a:cubicBezTo>
                  <a:lnTo>
                    <a:pt x="2133" y="4030"/>
                  </a:lnTo>
                  <a:cubicBezTo>
                    <a:pt x="1902" y="3710"/>
                    <a:pt x="1583" y="3572"/>
                    <a:pt x="1270" y="3572"/>
                  </a:cubicBezTo>
                  <a:cubicBezTo>
                    <a:pt x="623" y="3572"/>
                    <a:pt x="1" y="4158"/>
                    <a:pt x="221" y="4934"/>
                  </a:cubicBezTo>
                  <a:cubicBezTo>
                    <a:pt x="371" y="5467"/>
                    <a:pt x="808" y="5717"/>
                    <a:pt x="1245" y="5717"/>
                  </a:cubicBezTo>
                  <a:cubicBezTo>
                    <a:pt x="1763" y="5717"/>
                    <a:pt x="2280" y="5365"/>
                    <a:pt x="2316" y="4711"/>
                  </a:cubicBezTo>
                  <a:lnTo>
                    <a:pt x="3717" y="4318"/>
                  </a:lnTo>
                  <a:cubicBezTo>
                    <a:pt x="3848" y="4567"/>
                    <a:pt x="4031" y="4777"/>
                    <a:pt x="4253" y="4947"/>
                  </a:cubicBezTo>
                  <a:lnTo>
                    <a:pt x="4253" y="2865"/>
                  </a:lnTo>
                  <a:lnTo>
                    <a:pt x="6754" y="2865"/>
                  </a:lnTo>
                  <a:lnTo>
                    <a:pt x="6754" y="4947"/>
                  </a:lnTo>
                  <a:cubicBezTo>
                    <a:pt x="6990" y="4777"/>
                    <a:pt x="7199" y="4567"/>
                    <a:pt x="7356" y="4318"/>
                  </a:cubicBezTo>
                  <a:lnTo>
                    <a:pt x="8757" y="4711"/>
                  </a:lnTo>
                  <a:cubicBezTo>
                    <a:pt x="8793" y="5363"/>
                    <a:pt x="9304" y="5712"/>
                    <a:pt x="9818" y="5712"/>
                  </a:cubicBezTo>
                  <a:cubicBezTo>
                    <a:pt x="10252" y="5712"/>
                    <a:pt x="10689" y="5462"/>
                    <a:pt x="10839" y="4934"/>
                  </a:cubicBezTo>
                  <a:cubicBezTo>
                    <a:pt x="11059" y="4158"/>
                    <a:pt x="10437" y="3572"/>
                    <a:pt x="9794" y="3572"/>
                  </a:cubicBezTo>
                  <a:cubicBezTo>
                    <a:pt x="9483" y="3572"/>
                    <a:pt x="9167" y="3710"/>
                    <a:pt x="8940" y="4030"/>
                  </a:cubicBezTo>
                  <a:lnTo>
                    <a:pt x="7618" y="3651"/>
                  </a:lnTo>
                  <a:cubicBezTo>
                    <a:pt x="7657" y="3507"/>
                    <a:pt x="7671" y="3363"/>
                    <a:pt x="7671" y="3219"/>
                  </a:cubicBezTo>
                  <a:cubicBezTo>
                    <a:pt x="7671" y="2904"/>
                    <a:pt x="7605" y="2590"/>
                    <a:pt x="7461" y="2302"/>
                  </a:cubicBezTo>
                  <a:lnTo>
                    <a:pt x="8364" y="1844"/>
                  </a:lnTo>
                  <a:cubicBezTo>
                    <a:pt x="8587" y="2060"/>
                    <a:pt x="8845" y="2152"/>
                    <a:pt x="9095" y="2152"/>
                  </a:cubicBezTo>
                  <a:cubicBezTo>
                    <a:pt x="9785" y="2152"/>
                    <a:pt x="10416" y="1444"/>
                    <a:pt x="10079" y="666"/>
                  </a:cubicBezTo>
                  <a:cubicBezTo>
                    <a:pt x="9888" y="216"/>
                    <a:pt x="9499" y="13"/>
                    <a:pt x="9112" y="13"/>
                  </a:cubicBezTo>
                  <a:cubicBezTo>
                    <a:pt x="8573" y="13"/>
                    <a:pt x="8037" y="407"/>
                    <a:pt x="8037" y="1085"/>
                  </a:cubicBezTo>
                  <a:cubicBezTo>
                    <a:pt x="8037" y="1124"/>
                    <a:pt x="8037" y="1163"/>
                    <a:pt x="8050" y="1215"/>
                  </a:cubicBezTo>
                  <a:lnTo>
                    <a:pt x="7055" y="1700"/>
                  </a:lnTo>
                  <a:cubicBezTo>
                    <a:pt x="6636" y="1281"/>
                    <a:pt x="6086" y="1071"/>
                    <a:pt x="5538" y="1071"/>
                  </a:cubicBezTo>
                  <a:cubicBezTo>
                    <a:pt x="4990" y="1071"/>
                    <a:pt x="4443" y="1281"/>
                    <a:pt x="4031" y="1700"/>
                  </a:cubicBezTo>
                  <a:lnTo>
                    <a:pt x="3036" y="1215"/>
                  </a:lnTo>
                  <a:cubicBezTo>
                    <a:pt x="3036" y="1163"/>
                    <a:pt x="3049" y="1124"/>
                    <a:pt x="3049" y="1085"/>
                  </a:cubicBezTo>
                  <a:cubicBezTo>
                    <a:pt x="3049" y="398"/>
                    <a:pt x="2502" y="0"/>
                    <a:pt x="195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5"/>
            <p:cNvSpPr/>
            <p:nvPr/>
          </p:nvSpPr>
          <p:spPr>
            <a:xfrm>
              <a:off x="6404400" y="1361725"/>
              <a:ext cx="216700" cy="215050"/>
            </a:xfrm>
            <a:custGeom>
              <a:rect b="b" l="l" r="r" t="t"/>
              <a:pathLst>
                <a:path extrusionOk="0" h="8602" w="8668">
                  <a:moveTo>
                    <a:pt x="2239" y="0"/>
                  </a:moveTo>
                  <a:lnTo>
                    <a:pt x="2239" y="5551"/>
                  </a:lnTo>
                  <a:lnTo>
                    <a:pt x="996" y="4386"/>
                  </a:lnTo>
                  <a:lnTo>
                    <a:pt x="0" y="5381"/>
                  </a:lnTo>
                  <a:lnTo>
                    <a:pt x="3208" y="8602"/>
                  </a:lnTo>
                  <a:lnTo>
                    <a:pt x="7764" y="8602"/>
                  </a:lnTo>
                  <a:lnTo>
                    <a:pt x="7856" y="8392"/>
                  </a:lnTo>
                  <a:cubicBezTo>
                    <a:pt x="8314" y="7319"/>
                    <a:pt x="8576" y="6180"/>
                    <a:pt x="8641" y="5014"/>
                  </a:cubicBezTo>
                  <a:lnTo>
                    <a:pt x="8668" y="4307"/>
                  </a:lnTo>
                  <a:lnTo>
                    <a:pt x="8668" y="3587"/>
                  </a:lnTo>
                  <a:lnTo>
                    <a:pt x="7594" y="3587"/>
                  </a:lnTo>
                  <a:lnTo>
                    <a:pt x="7594" y="5014"/>
                  </a:lnTo>
                  <a:lnTo>
                    <a:pt x="6887" y="5014"/>
                  </a:lnTo>
                  <a:lnTo>
                    <a:pt x="6887" y="2880"/>
                  </a:lnTo>
                  <a:lnTo>
                    <a:pt x="5813" y="2880"/>
                  </a:lnTo>
                  <a:lnTo>
                    <a:pt x="5813" y="5014"/>
                  </a:lnTo>
                  <a:lnTo>
                    <a:pt x="5093" y="5014"/>
                  </a:lnTo>
                  <a:lnTo>
                    <a:pt x="5093" y="2880"/>
                  </a:lnTo>
                  <a:lnTo>
                    <a:pt x="4033" y="2880"/>
                  </a:lnTo>
                  <a:lnTo>
                    <a:pt x="4033" y="5014"/>
                  </a:lnTo>
                  <a:lnTo>
                    <a:pt x="3313" y="5014"/>
                  </a:lnTo>
                  <a:lnTo>
                    <a:pt x="3313"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7" name="Google Shape;907;p25"/>
          <p:cNvSpPr txBox="1"/>
          <p:nvPr>
            <p:ph idx="4" type="title"/>
          </p:nvPr>
        </p:nvSpPr>
        <p:spPr>
          <a:xfrm>
            <a:off x="512076" y="1252063"/>
            <a:ext cx="362400" cy="28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908" name="Google Shape;908;p25"/>
          <p:cNvSpPr txBox="1"/>
          <p:nvPr>
            <p:ph idx="4" type="title"/>
          </p:nvPr>
        </p:nvSpPr>
        <p:spPr>
          <a:xfrm>
            <a:off x="512076" y="1908325"/>
            <a:ext cx="362400" cy="28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2</a:t>
            </a:r>
            <a:endParaRPr/>
          </a:p>
        </p:txBody>
      </p:sp>
      <p:sp>
        <p:nvSpPr>
          <p:cNvPr id="909" name="Google Shape;909;p25"/>
          <p:cNvSpPr txBox="1"/>
          <p:nvPr>
            <p:ph idx="4" type="title"/>
          </p:nvPr>
        </p:nvSpPr>
        <p:spPr>
          <a:xfrm>
            <a:off x="512076" y="2564563"/>
            <a:ext cx="362400" cy="28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3</a:t>
            </a:r>
            <a:endParaRPr/>
          </a:p>
        </p:txBody>
      </p:sp>
      <p:sp>
        <p:nvSpPr>
          <p:cNvPr id="910" name="Google Shape;910;p25"/>
          <p:cNvSpPr txBox="1"/>
          <p:nvPr>
            <p:ph idx="4" type="title"/>
          </p:nvPr>
        </p:nvSpPr>
        <p:spPr>
          <a:xfrm>
            <a:off x="512076" y="3220813"/>
            <a:ext cx="362400" cy="28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4</a:t>
            </a:r>
            <a:endParaRPr/>
          </a:p>
        </p:txBody>
      </p:sp>
      <p:sp>
        <p:nvSpPr>
          <p:cNvPr id="911" name="Google Shape;911;p25"/>
          <p:cNvSpPr txBox="1"/>
          <p:nvPr>
            <p:ph idx="2" type="title"/>
          </p:nvPr>
        </p:nvSpPr>
        <p:spPr>
          <a:xfrm>
            <a:off x="5355363" y="2638471"/>
            <a:ext cx="2614500" cy="28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Tool: Athena</a:t>
            </a:r>
            <a:endParaRPr/>
          </a:p>
        </p:txBody>
      </p:sp>
      <p:sp>
        <p:nvSpPr>
          <p:cNvPr id="912" name="Google Shape;912;p25"/>
          <p:cNvSpPr/>
          <p:nvPr/>
        </p:nvSpPr>
        <p:spPr>
          <a:xfrm>
            <a:off x="4784125" y="1941356"/>
            <a:ext cx="535500" cy="4803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3" name="Google Shape;913;p25"/>
          <p:cNvGrpSpPr/>
          <p:nvPr/>
        </p:nvGrpSpPr>
        <p:grpSpPr>
          <a:xfrm>
            <a:off x="4942876" y="2073806"/>
            <a:ext cx="218143" cy="215607"/>
            <a:chOff x="3275700" y="2698425"/>
            <a:chExt cx="304075" cy="304400"/>
          </a:xfrm>
        </p:grpSpPr>
        <p:sp>
          <p:nvSpPr>
            <p:cNvPr id="914" name="Google Shape;914;p25"/>
            <p:cNvSpPr/>
            <p:nvPr/>
          </p:nvSpPr>
          <p:spPr>
            <a:xfrm>
              <a:off x="3440000" y="2752100"/>
              <a:ext cx="86425" cy="86425"/>
            </a:xfrm>
            <a:custGeom>
              <a:rect b="b" l="l" r="r" t="t"/>
              <a:pathLst>
                <a:path extrusionOk="0" h="3457" w="3457">
                  <a:moveTo>
                    <a:pt x="603" y="0"/>
                  </a:moveTo>
                  <a:lnTo>
                    <a:pt x="603" y="707"/>
                  </a:lnTo>
                  <a:lnTo>
                    <a:pt x="2239" y="707"/>
                  </a:lnTo>
                  <a:lnTo>
                    <a:pt x="1" y="2959"/>
                  </a:lnTo>
                  <a:lnTo>
                    <a:pt x="498" y="3457"/>
                  </a:lnTo>
                  <a:lnTo>
                    <a:pt x="2737" y="1218"/>
                  </a:lnTo>
                  <a:lnTo>
                    <a:pt x="2737" y="2854"/>
                  </a:lnTo>
                  <a:lnTo>
                    <a:pt x="3457" y="2854"/>
                  </a:lnTo>
                  <a:lnTo>
                    <a:pt x="3457"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5"/>
            <p:cNvSpPr/>
            <p:nvPr/>
          </p:nvSpPr>
          <p:spPr>
            <a:xfrm>
              <a:off x="3544075" y="2698425"/>
              <a:ext cx="35700" cy="35700"/>
            </a:xfrm>
            <a:custGeom>
              <a:rect b="b" l="l" r="r" t="t"/>
              <a:pathLst>
                <a:path extrusionOk="0" h="1428" w="1428">
                  <a:moveTo>
                    <a:pt x="1" y="0"/>
                  </a:moveTo>
                  <a:lnTo>
                    <a:pt x="1" y="720"/>
                  </a:lnTo>
                  <a:lnTo>
                    <a:pt x="721" y="720"/>
                  </a:lnTo>
                  <a:lnTo>
                    <a:pt x="721" y="1427"/>
                  </a:lnTo>
                  <a:lnTo>
                    <a:pt x="1428" y="1427"/>
                  </a:lnTo>
                  <a:lnTo>
                    <a:pt x="142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5"/>
            <p:cNvSpPr/>
            <p:nvPr/>
          </p:nvSpPr>
          <p:spPr>
            <a:xfrm>
              <a:off x="3544075" y="2912475"/>
              <a:ext cx="35700" cy="35700"/>
            </a:xfrm>
            <a:custGeom>
              <a:rect b="b" l="l" r="r" t="t"/>
              <a:pathLst>
                <a:path extrusionOk="0" h="1428" w="1428">
                  <a:moveTo>
                    <a:pt x="721" y="0"/>
                  </a:moveTo>
                  <a:lnTo>
                    <a:pt x="721" y="707"/>
                  </a:lnTo>
                  <a:lnTo>
                    <a:pt x="1" y="707"/>
                  </a:lnTo>
                  <a:lnTo>
                    <a:pt x="1" y="1428"/>
                  </a:lnTo>
                  <a:lnTo>
                    <a:pt x="1428" y="1428"/>
                  </a:lnTo>
                  <a:lnTo>
                    <a:pt x="142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5"/>
            <p:cNvSpPr/>
            <p:nvPr/>
          </p:nvSpPr>
          <p:spPr>
            <a:xfrm>
              <a:off x="3562075" y="2752100"/>
              <a:ext cx="17700" cy="35700"/>
            </a:xfrm>
            <a:custGeom>
              <a:rect b="b" l="l" r="r" t="t"/>
              <a:pathLst>
                <a:path extrusionOk="0" h="1428" w="708">
                  <a:moveTo>
                    <a:pt x="1" y="0"/>
                  </a:moveTo>
                  <a:lnTo>
                    <a:pt x="1" y="1427"/>
                  </a:lnTo>
                  <a:lnTo>
                    <a:pt x="708" y="1427"/>
                  </a:lnTo>
                  <a:lnTo>
                    <a:pt x="70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5"/>
            <p:cNvSpPr/>
            <p:nvPr/>
          </p:nvSpPr>
          <p:spPr>
            <a:xfrm>
              <a:off x="3562075" y="2805450"/>
              <a:ext cx="17700" cy="35700"/>
            </a:xfrm>
            <a:custGeom>
              <a:rect b="b" l="l" r="r" t="t"/>
              <a:pathLst>
                <a:path extrusionOk="0" h="1428" w="708">
                  <a:moveTo>
                    <a:pt x="1" y="0"/>
                  </a:moveTo>
                  <a:lnTo>
                    <a:pt x="1" y="1427"/>
                  </a:lnTo>
                  <a:lnTo>
                    <a:pt x="708" y="1427"/>
                  </a:lnTo>
                  <a:lnTo>
                    <a:pt x="70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5"/>
            <p:cNvSpPr/>
            <p:nvPr/>
          </p:nvSpPr>
          <p:spPr>
            <a:xfrm>
              <a:off x="3562075" y="2858800"/>
              <a:ext cx="17700" cy="35700"/>
            </a:xfrm>
            <a:custGeom>
              <a:rect b="b" l="l" r="r" t="t"/>
              <a:pathLst>
                <a:path extrusionOk="0" h="1428" w="708">
                  <a:moveTo>
                    <a:pt x="1" y="0"/>
                  </a:moveTo>
                  <a:lnTo>
                    <a:pt x="1" y="1427"/>
                  </a:lnTo>
                  <a:lnTo>
                    <a:pt x="708" y="1427"/>
                  </a:lnTo>
                  <a:lnTo>
                    <a:pt x="70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5"/>
            <p:cNvSpPr/>
            <p:nvPr/>
          </p:nvSpPr>
          <p:spPr>
            <a:xfrm>
              <a:off x="3330350" y="2698425"/>
              <a:ext cx="35700" cy="35700"/>
            </a:xfrm>
            <a:custGeom>
              <a:rect b="b" l="l" r="r" t="t"/>
              <a:pathLst>
                <a:path extrusionOk="0" h="1428" w="1428">
                  <a:moveTo>
                    <a:pt x="1" y="0"/>
                  </a:moveTo>
                  <a:lnTo>
                    <a:pt x="1" y="1427"/>
                  </a:lnTo>
                  <a:lnTo>
                    <a:pt x="708" y="1427"/>
                  </a:lnTo>
                  <a:lnTo>
                    <a:pt x="708" y="720"/>
                  </a:lnTo>
                  <a:lnTo>
                    <a:pt x="1428" y="720"/>
                  </a:lnTo>
                  <a:lnTo>
                    <a:pt x="142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5"/>
            <p:cNvSpPr/>
            <p:nvPr/>
          </p:nvSpPr>
          <p:spPr>
            <a:xfrm>
              <a:off x="3330350" y="2752100"/>
              <a:ext cx="17700" cy="35700"/>
            </a:xfrm>
            <a:custGeom>
              <a:rect b="b" l="l" r="r" t="t"/>
              <a:pathLst>
                <a:path extrusionOk="0" h="1428" w="708">
                  <a:moveTo>
                    <a:pt x="1" y="0"/>
                  </a:moveTo>
                  <a:lnTo>
                    <a:pt x="1" y="1427"/>
                  </a:lnTo>
                  <a:lnTo>
                    <a:pt x="708" y="1427"/>
                  </a:lnTo>
                  <a:lnTo>
                    <a:pt x="70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5"/>
            <p:cNvSpPr/>
            <p:nvPr/>
          </p:nvSpPr>
          <p:spPr>
            <a:xfrm>
              <a:off x="3330350" y="2805450"/>
              <a:ext cx="17700" cy="35700"/>
            </a:xfrm>
            <a:custGeom>
              <a:rect b="b" l="l" r="r" t="t"/>
              <a:pathLst>
                <a:path extrusionOk="0" h="1428" w="708">
                  <a:moveTo>
                    <a:pt x="1" y="0"/>
                  </a:moveTo>
                  <a:lnTo>
                    <a:pt x="1" y="1427"/>
                  </a:lnTo>
                  <a:lnTo>
                    <a:pt x="708" y="1427"/>
                  </a:lnTo>
                  <a:lnTo>
                    <a:pt x="70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25"/>
            <p:cNvSpPr/>
            <p:nvPr/>
          </p:nvSpPr>
          <p:spPr>
            <a:xfrm>
              <a:off x="3383700" y="2698425"/>
              <a:ext cx="35700" cy="18025"/>
            </a:xfrm>
            <a:custGeom>
              <a:rect b="b" l="l" r="r" t="t"/>
              <a:pathLst>
                <a:path extrusionOk="0" h="721" w="1428">
                  <a:moveTo>
                    <a:pt x="1" y="0"/>
                  </a:moveTo>
                  <a:lnTo>
                    <a:pt x="1" y="720"/>
                  </a:lnTo>
                  <a:lnTo>
                    <a:pt x="1428" y="720"/>
                  </a:lnTo>
                  <a:lnTo>
                    <a:pt x="142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5"/>
            <p:cNvSpPr/>
            <p:nvPr/>
          </p:nvSpPr>
          <p:spPr>
            <a:xfrm>
              <a:off x="3437050" y="2698425"/>
              <a:ext cx="35700" cy="18025"/>
            </a:xfrm>
            <a:custGeom>
              <a:rect b="b" l="l" r="r" t="t"/>
              <a:pathLst>
                <a:path extrusionOk="0" h="721" w="1428">
                  <a:moveTo>
                    <a:pt x="1" y="0"/>
                  </a:moveTo>
                  <a:lnTo>
                    <a:pt x="1" y="720"/>
                  </a:lnTo>
                  <a:lnTo>
                    <a:pt x="1428" y="720"/>
                  </a:lnTo>
                  <a:lnTo>
                    <a:pt x="142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5"/>
            <p:cNvSpPr/>
            <p:nvPr/>
          </p:nvSpPr>
          <p:spPr>
            <a:xfrm>
              <a:off x="3490725" y="2698425"/>
              <a:ext cx="35700" cy="18025"/>
            </a:xfrm>
            <a:custGeom>
              <a:rect b="b" l="l" r="r" t="t"/>
              <a:pathLst>
                <a:path extrusionOk="0" h="721" w="1428">
                  <a:moveTo>
                    <a:pt x="1" y="0"/>
                  </a:moveTo>
                  <a:lnTo>
                    <a:pt x="1" y="720"/>
                  </a:lnTo>
                  <a:lnTo>
                    <a:pt x="1428" y="720"/>
                  </a:lnTo>
                  <a:lnTo>
                    <a:pt x="142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5"/>
            <p:cNvSpPr/>
            <p:nvPr/>
          </p:nvSpPr>
          <p:spPr>
            <a:xfrm>
              <a:off x="3437050" y="2930150"/>
              <a:ext cx="35700" cy="18025"/>
            </a:xfrm>
            <a:custGeom>
              <a:rect b="b" l="l" r="r" t="t"/>
              <a:pathLst>
                <a:path extrusionOk="0" h="721" w="1428">
                  <a:moveTo>
                    <a:pt x="1" y="0"/>
                  </a:moveTo>
                  <a:lnTo>
                    <a:pt x="1" y="721"/>
                  </a:lnTo>
                  <a:lnTo>
                    <a:pt x="1428" y="721"/>
                  </a:lnTo>
                  <a:lnTo>
                    <a:pt x="142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5"/>
            <p:cNvSpPr/>
            <p:nvPr/>
          </p:nvSpPr>
          <p:spPr>
            <a:xfrm>
              <a:off x="3490725" y="2930150"/>
              <a:ext cx="35700" cy="18025"/>
            </a:xfrm>
            <a:custGeom>
              <a:rect b="b" l="l" r="r" t="t"/>
              <a:pathLst>
                <a:path extrusionOk="0" h="721" w="1428">
                  <a:moveTo>
                    <a:pt x="1" y="0"/>
                  </a:moveTo>
                  <a:lnTo>
                    <a:pt x="1" y="721"/>
                  </a:lnTo>
                  <a:lnTo>
                    <a:pt x="1428" y="721"/>
                  </a:lnTo>
                  <a:lnTo>
                    <a:pt x="1428"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5"/>
            <p:cNvSpPr/>
            <p:nvPr/>
          </p:nvSpPr>
          <p:spPr>
            <a:xfrm>
              <a:off x="3275700" y="2860100"/>
              <a:ext cx="142400" cy="142725"/>
            </a:xfrm>
            <a:custGeom>
              <a:rect b="b" l="l" r="r" t="t"/>
              <a:pathLst>
                <a:path extrusionOk="0" h="5709" w="5696">
                  <a:moveTo>
                    <a:pt x="0" y="1"/>
                  </a:moveTo>
                  <a:lnTo>
                    <a:pt x="0" y="5709"/>
                  </a:lnTo>
                  <a:lnTo>
                    <a:pt x="5695" y="5709"/>
                  </a:lnTo>
                  <a:lnTo>
                    <a:pt x="5695"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9" name="Google Shape;929;p25"/>
          <p:cNvSpPr txBox="1"/>
          <p:nvPr>
            <p:ph idx="4" type="title"/>
          </p:nvPr>
        </p:nvSpPr>
        <p:spPr>
          <a:xfrm>
            <a:off x="1565475" y="3745100"/>
            <a:ext cx="2498700" cy="69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Tool: MySQL/CDC (Debezium)</a:t>
            </a:r>
            <a:endParaRPr/>
          </a:p>
        </p:txBody>
      </p:sp>
      <p:sp>
        <p:nvSpPr>
          <p:cNvPr id="930" name="Google Shape;930;p25"/>
          <p:cNvSpPr/>
          <p:nvPr/>
        </p:nvSpPr>
        <p:spPr>
          <a:xfrm>
            <a:off x="999235" y="3823290"/>
            <a:ext cx="535500" cy="4992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5"/>
          <p:cNvSpPr/>
          <p:nvPr/>
        </p:nvSpPr>
        <p:spPr>
          <a:xfrm>
            <a:off x="1157934" y="3967804"/>
            <a:ext cx="218192" cy="196639"/>
          </a:xfrm>
          <a:custGeom>
            <a:rect b="b" l="l" r="r" t="t"/>
            <a:pathLst>
              <a:path extrusionOk="0" h="10684" w="12164">
                <a:moveTo>
                  <a:pt x="4295" y="0"/>
                </a:moveTo>
                <a:lnTo>
                  <a:pt x="4295" y="2854"/>
                </a:lnTo>
                <a:lnTo>
                  <a:pt x="5722" y="2854"/>
                </a:lnTo>
                <a:lnTo>
                  <a:pt x="5722" y="4988"/>
                </a:lnTo>
                <a:lnTo>
                  <a:pt x="1441" y="4988"/>
                </a:lnTo>
                <a:lnTo>
                  <a:pt x="1441" y="7842"/>
                </a:lnTo>
                <a:lnTo>
                  <a:pt x="1" y="7842"/>
                </a:lnTo>
                <a:lnTo>
                  <a:pt x="1" y="10683"/>
                </a:lnTo>
                <a:lnTo>
                  <a:pt x="3588" y="10683"/>
                </a:lnTo>
                <a:lnTo>
                  <a:pt x="3588" y="7842"/>
                </a:lnTo>
                <a:lnTo>
                  <a:pt x="2161" y="7842"/>
                </a:lnTo>
                <a:lnTo>
                  <a:pt x="2161" y="5695"/>
                </a:lnTo>
                <a:lnTo>
                  <a:pt x="5722" y="5695"/>
                </a:lnTo>
                <a:lnTo>
                  <a:pt x="5722" y="7842"/>
                </a:lnTo>
                <a:lnTo>
                  <a:pt x="4295" y="7842"/>
                </a:lnTo>
                <a:lnTo>
                  <a:pt x="4295" y="10683"/>
                </a:lnTo>
                <a:lnTo>
                  <a:pt x="7856" y="10683"/>
                </a:lnTo>
                <a:lnTo>
                  <a:pt x="7856" y="7842"/>
                </a:lnTo>
                <a:lnTo>
                  <a:pt x="6429" y="7842"/>
                </a:lnTo>
                <a:lnTo>
                  <a:pt x="6429" y="5695"/>
                </a:lnTo>
                <a:lnTo>
                  <a:pt x="10003" y="5695"/>
                </a:lnTo>
                <a:lnTo>
                  <a:pt x="10003" y="7842"/>
                </a:lnTo>
                <a:lnTo>
                  <a:pt x="8576" y="7842"/>
                </a:lnTo>
                <a:lnTo>
                  <a:pt x="8576" y="10683"/>
                </a:lnTo>
                <a:lnTo>
                  <a:pt x="12164" y="10683"/>
                </a:lnTo>
                <a:lnTo>
                  <a:pt x="12164" y="7842"/>
                </a:lnTo>
                <a:lnTo>
                  <a:pt x="10710" y="7842"/>
                </a:lnTo>
                <a:lnTo>
                  <a:pt x="10710" y="4988"/>
                </a:lnTo>
                <a:lnTo>
                  <a:pt x="6429" y="4988"/>
                </a:lnTo>
                <a:lnTo>
                  <a:pt x="6429" y="2854"/>
                </a:lnTo>
                <a:lnTo>
                  <a:pt x="7856" y="2854"/>
                </a:lnTo>
                <a:lnTo>
                  <a:pt x="7856"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5"/>
          <p:cNvSpPr/>
          <p:nvPr/>
        </p:nvSpPr>
        <p:spPr>
          <a:xfrm>
            <a:off x="4784125" y="3875959"/>
            <a:ext cx="535500" cy="4803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3" name="Google Shape;933;p25"/>
          <p:cNvGrpSpPr/>
          <p:nvPr/>
        </p:nvGrpSpPr>
        <p:grpSpPr>
          <a:xfrm>
            <a:off x="4942864" y="4009661"/>
            <a:ext cx="218377" cy="215376"/>
            <a:chOff x="7837350" y="1272700"/>
            <a:chExt cx="304400" cy="304075"/>
          </a:xfrm>
        </p:grpSpPr>
        <p:sp>
          <p:nvSpPr>
            <p:cNvPr id="934" name="Google Shape;934;p25"/>
            <p:cNvSpPr/>
            <p:nvPr/>
          </p:nvSpPr>
          <p:spPr>
            <a:xfrm>
              <a:off x="7927025" y="1415400"/>
              <a:ext cx="18025" cy="35375"/>
            </a:xfrm>
            <a:custGeom>
              <a:rect b="b" l="l" r="r" t="t"/>
              <a:pathLst>
                <a:path extrusionOk="0" h="1415" w="721">
                  <a:moveTo>
                    <a:pt x="0" y="0"/>
                  </a:moveTo>
                  <a:lnTo>
                    <a:pt x="0" y="1414"/>
                  </a:lnTo>
                  <a:lnTo>
                    <a:pt x="720" y="1414"/>
                  </a:lnTo>
                  <a:lnTo>
                    <a:pt x="72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5"/>
            <p:cNvSpPr/>
            <p:nvPr/>
          </p:nvSpPr>
          <p:spPr>
            <a:xfrm>
              <a:off x="8034050" y="1326050"/>
              <a:ext cx="17700" cy="35700"/>
            </a:xfrm>
            <a:custGeom>
              <a:rect b="b" l="l" r="r" t="t"/>
              <a:pathLst>
                <a:path extrusionOk="0" h="1428" w="708">
                  <a:moveTo>
                    <a:pt x="0" y="0"/>
                  </a:moveTo>
                  <a:lnTo>
                    <a:pt x="0" y="1427"/>
                  </a:lnTo>
                  <a:lnTo>
                    <a:pt x="707" y="1427"/>
                  </a:lnTo>
                  <a:lnTo>
                    <a:pt x="70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25"/>
            <p:cNvSpPr/>
            <p:nvPr/>
          </p:nvSpPr>
          <p:spPr>
            <a:xfrm>
              <a:off x="7891675" y="1326050"/>
              <a:ext cx="17700" cy="35700"/>
            </a:xfrm>
            <a:custGeom>
              <a:rect b="b" l="l" r="r" t="t"/>
              <a:pathLst>
                <a:path extrusionOk="0" h="1428" w="708">
                  <a:moveTo>
                    <a:pt x="0" y="0"/>
                  </a:moveTo>
                  <a:lnTo>
                    <a:pt x="0" y="1427"/>
                  </a:lnTo>
                  <a:lnTo>
                    <a:pt x="707" y="1427"/>
                  </a:lnTo>
                  <a:lnTo>
                    <a:pt x="70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25"/>
            <p:cNvSpPr/>
            <p:nvPr/>
          </p:nvSpPr>
          <p:spPr>
            <a:xfrm>
              <a:off x="8034050" y="1415400"/>
              <a:ext cx="17700" cy="35375"/>
            </a:xfrm>
            <a:custGeom>
              <a:rect b="b" l="l" r="r" t="t"/>
              <a:pathLst>
                <a:path extrusionOk="0" h="1415" w="708">
                  <a:moveTo>
                    <a:pt x="0" y="0"/>
                  </a:moveTo>
                  <a:lnTo>
                    <a:pt x="0" y="1414"/>
                  </a:lnTo>
                  <a:lnTo>
                    <a:pt x="707" y="1414"/>
                  </a:lnTo>
                  <a:lnTo>
                    <a:pt x="70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5"/>
            <p:cNvSpPr/>
            <p:nvPr/>
          </p:nvSpPr>
          <p:spPr>
            <a:xfrm>
              <a:off x="7837350" y="1272700"/>
              <a:ext cx="304400" cy="213750"/>
            </a:xfrm>
            <a:custGeom>
              <a:rect b="b" l="l" r="r" t="t"/>
              <a:pathLst>
                <a:path extrusionOk="0" h="8550" w="12176">
                  <a:moveTo>
                    <a:pt x="3587" y="1427"/>
                  </a:moveTo>
                  <a:lnTo>
                    <a:pt x="3587" y="4281"/>
                  </a:lnTo>
                  <a:lnTo>
                    <a:pt x="1453" y="4281"/>
                  </a:lnTo>
                  <a:lnTo>
                    <a:pt x="1453" y="1427"/>
                  </a:lnTo>
                  <a:close/>
                  <a:moveTo>
                    <a:pt x="5014" y="1427"/>
                  </a:moveTo>
                  <a:lnTo>
                    <a:pt x="5014" y="4281"/>
                  </a:lnTo>
                  <a:lnTo>
                    <a:pt x="4307" y="4281"/>
                  </a:lnTo>
                  <a:lnTo>
                    <a:pt x="4307" y="1427"/>
                  </a:lnTo>
                  <a:close/>
                  <a:moveTo>
                    <a:pt x="6441" y="1427"/>
                  </a:moveTo>
                  <a:lnTo>
                    <a:pt x="6441" y="4281"/>
                  </a:lnTo>
                  <a:lnTo>
                    <a:pt x="5734" y="4281"/>
                  </a:lnTo>
                  <a:lnTo>
                    <a:pt x="5734" y="1427"/>
                  </a:lnTo>
                  <a:close/>
                  <a:moveTo>
                    <a:pt x="9296" y="1427"/>
                  </a:moveTo>
                  <a:lnTo>
                    <a:pt x="9296" y="4281"/>
                  </a:lnTo>
                  <a:lnTo>
                    <a:pt x="7162" y="4281"/>
                  </a:lnTo>
                  <a:lnTo>
                    <a:pt x="7162" y="1427"/>
                  </a:lnTo>
                  <a:close/>
                  <a:moveTo>
                    <a:pt x="10723" y="1427"/>
                  </a:moveTo>
                  <a:lnTo>
                    <a:pt x="10723" y="4281"/>
                  </a:lnTo>
                  <a:lnTo>
                    <a:pt x="10003" y="4281"/>
                  </a:lnTo>
                  <a:lnTo>
                    <a:pt x="10003" y="1427"/>
                  </a:lnTo>
                  <a:close/>
                  <a:moveTo>
                    <a:pt x="2173" y="4988"/>
                  </a:moveTo>
                  <a:lnTo>
                    <a:pt x="2173" y="7842"/>
                  </a:lnTo>
                  <a:lnTo>
                    <a:pt x="1453" y="7842"/>
                  </a:lnTo>
                  <a:lnTo>
                    <a:pt x="1453" y="4988"/>
                  </a:lnTo>
                  <a:close/>
                  <a:moveTo>
                    <a:pt x="5014" y="4988"/>
                  </a:moveTo>
                  <a:lnTo>
                    <a:pt x="5014" y="7842"/>
                  </a:lnTo>
                  <a:lnTo>
                    <a:pt x="2880" y="7842"/>
                  </a:lnTo>
                  <a:lnTo>
                    <a:pt x="2880" y="4988"/>
                  </a:lnTo>
                  <a:close/>
                  <a:moveTo>
                    <a:pt x="6441" y="4988"/>
                  </a:moveTo>
                  <a:lnTo>
                    <a:pt x="6441" y="7842"/>
                  </a:lnTo>
                  <a:lnTo>
                    <a:pt x="5734" y="7842"/>
                  </a:lnTo>
                  <a:lnTo>
                    <a:pt x="5734" y="4988"/>
                  </a:lnTo>
                  <a:close/>
                  <a:moveTo>
                    <a:pt x="9296" y="4988"/>
                  </a:moveTo>
                  <a:lnTo>
                    <a:pt x="9296" y="7842"/>
                  </a:lnTo>
                  <a:lnTo>
                    <a:pt x="7162" y="7842"/>
                  </a:lnTo>
                  <a:lnTo>
                    <a:pt x="7162" y="4988"/>
                  </a:lnTo>
                  <a:close/>
                  <a:moveTo>
                    <a:pt x="10723" y="4988"/>
                  </a:moveTo>
                  <a:lnTo>
                    <a:pt x="10723" y="7842"/>
                  </a:lnTo>
                  <a:lnTo>
                    <a:pt x="10003" y="7842"/>
                  </a:lnTo>
                  <a:lnTo>
                    <a:pt x="10003" y="4988"/>
                  </a:lnTo>
                  <a:close/>
                  <a:moveTo>
                    <a:pt x="0" y="0"/>
                  </a:moveTo>
                  <a:lnTo>
                    <a:pt x="0" y="8549"/>
                  </a:lnTo>
                  <a:lnTo>
                    <a:pt x="12176" y="8549"/>
                  </a:lnTo>
                  <a:lnTo>
                    <a:pt x="1217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5"/>
            <p:cNvSpPr/>
            <p:nvPr/>
          </p:nvSpPr>
          <p:spPr>
            <a:xfrm>
              <a:off x="7837350" y="1504425"/>
              <a:ext cx="304400" cy="72350"/>
            </a:xfrm>
            <a:custGeom>
              <a:rect b="b" l="l" r="r" t="t"/>
              <a:pathLst>
                <a:path extrusionOk="0" h="2894" w="12176">
                  <a:moveTo>
                    <a:pt x="0" y="0"/>
                  </a:moveTo>
                  <a:lnTo>
                    <a:pt x="0" y="1427"/>
                  </a:lnTo>
                  <a:lnTo>
                    <a:pt x="4307" y="1427"/>
                  </a:lnTo>
                  <a:lnTo>
                    <a:pt x="4307" y="2187"/>
                  </a:lnTo>
                  <a:lnTo>
                    <a:pt x="2880" y="2187"/>
                  </a:lnTo>
                  <a:lnTo>
                    <a:pt x="2880" y="2894"/>
                  </a:lnTo>
                  <a:lnTo>
                    <a:pt x="9296" y="2894"/>
                  </a:lnTo>
                  <a:lnTo>
                    <a:pt x="9296" y="2187"/>
                  </a:lnTo>
                  <a:lnTo>
                    <a:pt x="7868" y="2187"/>
                  </a:lnTo>
                  <a:lnTo>
                    <a:pt x="7868" y="1427"/>
                  </a:lnTo>
                  <a:lnTo>
                    <a:pt x="12176" y="1427"/>
                  </a:lnTo>
                  <a:lnTo>
                    <a:pt x="1217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0" name="Google Shape;940;p25"/>
          <p:cNvSpPr txBox="1"/>
          <p:nvPr>
            <p:ph idx="4" type="title"/>
          </p:nvPr>
        </p:nvSpPr>
        <p:spPr>
          <a:xfrm>
            <a:off x="5340075" y="718675"/>
            <a:ext cx="2645100" cy="28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Tool: Kafka</a:t>
            </a:r>
            <a:endParaRPr/>
          </a:p>
        </p:txBody>
      </p:sp>
      <p:sp>
        <p:nvSpPr>
          <p:cNvPr id="941" name="Google Shape;941;p25"/>
          <p:cNvSpPr txBox="1"/>
          <p:nvPr>
            <p:ph idx="4" type="title"/>
          </p:nvPr>
        </p:nvSpPr>
        <p:spPr>
          <a:xfrm>
            <a:off x="512076" y="3906613"/>
            <a:ext cx="362400" cy="28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5</a:t>
            </a:r>
            <a:endParaRPr/>
          </a:p>
        </p:txBody>
      </p:sp>
      <p:sp>
        <p:nvSpPr>
          <p:cNvPr id="942" name="Google Shape;942;p25"/>
          <p:cNvSpPr txBox="1"/>
          <p:nvPr>
            <p:ph idx="4" type="title"/>
          </p:nvPr>
        </p:nvSpPr>
        <p:spPr>
          <a:xfrm>
            <a:off x="4322076" y="718663"/>
            <a:ext cx="362400" cy="28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6</a:t>
            </a:r>
            <a:endParaRPr/>
          </a:p>
        </p:txBody>
      </p:sp>
      <p:sp>
        <p:nvSpPr>
          <p:cNvPr id="943" name="Google Shape;943;p25"/>
          <p:cNvSpPr txBox="1"/>
          <p:nvPr>
            <p:ph idx="4" type="title"/>
          </p:nvPr>
        </p:nvSpPr>
        <p:spPr>
          <a:xfrm>
            <a:off x="4322076" y="1374925"/>
            <a:ext cx="362400" cy="28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7</a:t>
            </a:r>
            <a:endParaRPr/>
          </a:p>
        </p:txBody>
      </p:sp>
      <p:sp>
        <p:nvSpPr>
          <p:cNvPr id="944" name="Google Shape;944;p25"/>
          <p:cNvSpPr txBox="1"/>
          <p:nvPr>
            <p:ph idx="4" type="title"/>
          </p:nvPr>
        </p:nvSpPr>
        <p:spPr>
          <a:xfrm>
            <a:off x="4322076" y="2031163"/>
            <a:ext cx="362400" cy="28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8</a:t>
            </a:r>
            <a:endParaRPr/>
          </a:p>
        </p:txBody>
      </p:sp>
      <p:sp>
        <p:nvSpPr>
          <p:cNvPr id="945" name="Google Shape;945;p25"/>
          <p:cNvSpPr txBox="1"/>
          <p:nvPr>
            <p:ph idx="4" type="title"/>
          </p:nvPr>
        </p:nvSpPr>
        <p:spPr>
          <a:xfrm>
            <a:off x="4323851" y="2655838"/>
            <a:ext cx="362400" cy="28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9</a:t>
            </a:r>
            <a:endParaRPr/>
          </a:p>
        </p:txBody>
      </p:sp>
      <p:sp>
        <p:nvSpPr>
          <p:cNvPr id="946" name="Google Shape;946;p25"/>
          <p:cNvSpPr txBox="1"/>
          <p:nvPr>
            <p:ph idx="4" type="title"/>
          </p:nvPr>
        </p:nvSpPr>
        <p:spPr>
          <a:xfrm>
            <a:off x="4271250" y="3304563"/>
            <a:ext cx="449100" cy="28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10</a:t>
            </a:r>
            <a:endParaRPr/>
          </a:p>
        </p:txBody>
      </p:sp>
      <p:sp>
        <p:nvSpPr>
          <p:cNvPr id="947" name="Google Shape;947;p25"/>
          <p:cNvSpPr txBox="1"/>
          <p:nvPr>
            <p:ph idx="4" type="title"/>
          </p:nvPr>
        </p:nvSpPr>
        <p:spPr>
          <a:xfrm>
            <a:off x="4271250" y="3990363"/>
            <a:ext cx="449100" cy="28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26"/>
          <p:cNvSpPr txBox="1"/>
          <p:nvPr>
            <p:ph type="title"/>
          </p:nvPr>
        </p:nvSpPr>
        <p:spPr>
          <a:xfrm>
            <a:off x="720000" y="25407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Problem Statement</a:t>
            </a:r>
            <a:endParaRPr/>
          </a:p>
        </p:txBody>
      </p:sp>
      <p:sp>
        <p:nvSpPr>
          <p:cNvPr id="953" name="Google Shape;953;p26"/>
          <p:cNvSpPr txBox="1"/>
          <p:nvPr>
            <p:ph idx="2" type="title"/>
          </p:nvPr>
        </p:nvSpPr>
        <p:spPr>
          <a:xfrm>
            <a:off x="720000" y="958525"/>
            <a:ext cx="3522300" cy="49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Tasks</a:t>
            </a:r>
            <a:endParaRPr/>
          </a:p>
        </p:txBody>
      </p:sp>
      <p:sp>
        <p:nvSpPr>
          <p:cNvPr id="954" name="Google Shape;954;p26"/>
          <p:cNvSpPr txBox="1"/>
          <p:nvPr>
            <p:ph idx="4294967295" type="subTitle"/>
          </p:nvPr>
        </p:nvSpPr>
        <p:spPr>
          <a:xfrm>
            <a:off x="720000" y="1448725"/>
            <a:ext cx="3075900" cy="311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project encompasses main aspects of a streaming data pipeline using a real-time application that collects GPS data steamed by IoT devices located on buses. The data source used in the project is TTC bus data from open API called Rest Bus</a:t>
            </a:r>
            <a:endParaRPr/>
          </a:p>
          <a:p>
            <a:pPr indent="0" lvl="0" marL="0" rtl="0" algn="l">
              <a:spcBef>
                <a:spcPts val="1000"/>
              </a:spcBef>
              <a:spcAft>
                <a:spcPts val="0"/>
              </a:spcAft>
              <a:buNone/>
            </a:pPr>
            <a:r>
              <a:rPr b="1" lang="en">
                <a:latin typeface="Albert Sans"/>
                <a:ea typeface="Albert Sans"/>
                <a:cs typeface="Albert Sans"/>
                <a:sym typeface="Albert Sans"/>
              </a:rPr>
              <a:t>Part A: Setting up</a:t>
            </a:r>
            <a:endParaRPr b="1">
              <a:latin typeface="Albert Sans"/>
              <a:ea typeface="Albert Sans"/>
              <a:cs typeface="Albert Sans"/>
              <a:sym typeface="Albert Sans"/>
            </a:endParaRPr>
          </a:p>
          <a:p>
            <a:pPr indent="-304800" lvl="0" marL="457200" rtl="0" algn="l">
              <a:spcBef>
                <a:spcPts val="1000"/>
              </a:spcBef>
              <a:spcAft>
                <a:spcPts val="0"/>
              </a:spcAft>
              <a:buSzPts val="1200"/>
              <a:buAutoNum type="arabicPeriod"/>
            </a:pPr>
            <a:r>
              <a:rPr lang="en"/>
              <a:t>Set up docker using EC2 </a:t>
            </a:r>
            <a:r>
              <a:rPr lang="en"/>
              <a:t>instance</a:t>
            </a:r>
            <a:r>
              <a:rPr lang="en"/>
              <a:t> on AWS for Apache NiFi, CDC (Debezium), Kafka, </a:t>
            </a:r>
            <a:r>
              <a:rPr lang="en"/>
              <a:t>Spark Structured Streaming</a:t>
            </a:r>
            <a:r>
              <a:rPr lang="en"/>
              <a:t>, MySQL</a:t>
            </a:r>
            <a:endParaRPr/>
          </a:p>
        </p:txBody>
      </p:sp>
      <p:sp>
        <p:nvSpPr>
          <p:cNvPr id="955" name="Google Shape;955;p26"/>
          <p:cNvSpPr txBox="1"/>
          <p:nvPr/>
        </p:nvSpPr>
        <p:spPr>
          <a:xfrm>
            <a:off x="3795900" y="1323750"/>
            <a:ext cx="4736700" cy="201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chemeClr val="dk1"/>
                </a:solidFill>
                <a:latin typeface="Albert Sans"/>
                <a:ea typeface="Albert Sans"/>
                <a:cs typeface="Albert Sans"/>
                <a:sym typeface="Albert Sans"/>
              </a:rPr>
              <a:t>Part B: Data Extraction and Processing</a:t>
            </a:r>
            <a:endParaRPr b="1" sz="1200">
              <a:solidFill>
                <a:schemeClr val="dk1"/>
              </a:solidFill>
              <a:latin typeface="Albert Sans"/>
              <a:ea typeface="Albert Sans"/>
              <a:cs typeface="Albert Sans"/>
              <a:sym typeface="Albert Sans"/>
            </a:endParaRPr>
          </a:p>
          <a:p>
            <a:pPr indent="-304800" lvl="0" marL="457200" rtl="0" algn="l">
              <a:lnSpc>
                <a:spcPct val="115000"/>
              </a:lnSpc>
              <a:spcBef>
                <a:spcPts val="1200"/>
              </a:spcBef>
              <a:spcAft>
                <a:spcPts val="0"/>
              </a:spcAft>
              <a:buClr>
                <a:schemeClr val="dk1"/>
              </a:buClr>
              <a:buSzPts val="1200"/>
              <a:buFont typeface="Albert Sans Medium"/>
              <a:buAutoNum type="arabicPeriod"/>
            </a:pPr>
            <a:r>
              <a:rPr lang="en" sz="1200">
                <a:solidFill>
                  <a:schemeClr val="dk1"/>
                </a:solidFill>
                <a:latin typeface="Albert Sans Medium"/>
                <a:ea typeface="Albert Sans Medium"/>
                <a:cs typeface="Albert Sans Medium"/>
                <a:sym typeface="Albert Sans Medium"/>
              </a:rPr>
              <a:t>Use Rest Bus api to get the data for the routes (509 &amp; 511)</a:t>
            </a:r>
            <a:endParaRPr sz="1200">
              <a:solidFill>
                <a:schemeClr val="dk1"/>
              </a:solidFill>
              <a:latin typeface="Albert Sans Medium"/>
              <a:ea typeface="Albert Sans Medium"/>
              <a:cs typeface="Albert Sans Medium"/>
              <a:sym typeface="Albert Sans Medium"/>
            </a:endParaRPr>
          </a:p>
          <a:p>
            <a:pPr indent="-304800" lvl="0" marL="457200" rtl="0" algn="l">
              <a:lnSpc>
                <a:spcPct val="115000"/>
              </a:lnSpc>
              <a:spcBef>
                <a:spcPts val="0"/>
              </a:spcBef>
              <a:spcAft>
                <a:spcPts val="0"/>
              </a:spcAft>
              <a:buClr>
                <a:schemeClr val="dk1"/>
              </a:buClr>
              <a:buSzPts val="1200"/>
              <a:buFont typeface="Albert Sans Medium"/>
              <a:buAutoNum type="arabicPeriod"/>
            </a:pPr>
            <a:r>
              <a:rPr lang="en" sz="1200">
                <a:solidFill>
                  <a:schemeClr val="dk1"/>
                </a:solidFill>
                <a:latin typeface="Albert Sans Medium"/>
                <a:ea typeface="Albert Sans Medium"/>
                <a:cs typeface="Albert Sans Medium"/>
                <a:sym typeface="Albert Sans Medium"/>
              </a:rPr>
              <a:t>Use Apache Nifi for data extraction using Rest Bus API</a:t>
            </a:r>
            <a:endParaRPr sz="1200">
              <a:solidFill>
                <a:schemeClr val="dk1"/>
              </a:solidFill>
              <a:latin typeface="Albert Sans Medium"/>
              <a:ea typeface="Albert Sans Medium"/>
              <a:cs typeface="Albert Sans Medium"/>
              <a:sym typeface="Albert Sans Medium"/>
            </a:endParaRPr>
          </a:p>
          <a:p>
            <a:pPr indent="-304800" lvl="0" marL="457200" rtl="0" algn="l">
              <a:lnSpc>
                <a:spcPct val="115000"/>
              </a:lnSpc>
              <a:spcBef>
                <a:spcPts val="0"/>
              </a:spcBef>
              <a:spcAft>
                <a:spcPts val="0"/>
              </a:spcAft>
              <a:buClr>
                <a:schemeClr val="dk1"/>
              </a:buClr>
              <a:buSzPts val="1200"/>
              <a:buFont typeface="Albert Sans Medium"/>
              <a:buAutoNum type="arabicPeriod"/>
            </a:pPr>
            <a:r>
              <a:rPr lang="en" sz="1200">
                <a:solidFill>
                  <a:schemeClr val="dk1"/>
                </a:solidFill>
                <a:latin typeface="Albert Sans Medium"/>
                <a:ea typeface="Albert Sans Medium"/>
                <a:cs typeface="Albert Sans Medium"/>
                <a:sym typeface="Albert Sans Medium"/>
              </a:rPr>
              <a:t>Set up a MySQL database with an extra layer called Debezium for CDC</a:t>
            </a:r>
            <a:endParaRPr sz="1200">
              <a:solidFill>
                <a:schemeClr val="dk1"/>
              </a:solidFill>
              <a:latin typeface="Albert Sans Medium"/>
              <a:ea typeface="Albert Sans Medium"/>
              <a:cs typeface="Albert Sans Medium"/>
              <a:sym typeface="Albert Sans Medium"/>
            </a:endParaRPr>
          </a:p>
          <a:p>
            <a:pPr indent="-304800" lvl="0" marL="457200" rtl="0" algn="l">
              <a:lnSpc>
                <a:spcPct val="115000"/>
              </a:lnSpc>
              <a:spcBef>
                <a:spcPts val="0"/>
              </a:spcBef>
              <a:spcAft>
                <a:spcPts val="0"/>
              </a:spcAft>
              <a:buClr>
                <a:schemeClr val="dk1"/>
              </a:buClr>
              <a:buSzPts val="1200"/>
              <a:buFont typeface="Albert Sans Medium"/>
              <a:buAutoNum type="arabicPeriod"/>
            </a:pPr>
            <a:r>
              <a:rPr lang="en" sz="1200">
                <a:solidFill>
                  <a:schemeClr val="dk1"/>
                </a:solidFill>
                <a:latin typeface="Albert Sans Medium"/>
                <a:ea typeface="Albert Sans Medium"/>
                <a:cs typeface="Albert Sans Medium"/>
                <a:sym typeface="Albert Sans Medium"/>
              </a:rPr>
              <a:t>Ingest data (incoming messages) using Debezium as it records the history of data changes in Kafka topic</a:t>
            </a:r>
            <a:endParaRPr sz="1200">
              <a:solidFill>
                <a:schemeClr val="dk1"/>
              </a:solidFill>
              <a:latin typeface="Albert Sans Medium"/>
              <a:ea typeface="Albert Sans Medium"/>
              <a:cs typeface="Albert Sans Medium"/>
              <a:sym typeface="Albert Sans Medium"/>
            </a:endParaRPr>
          </a:p>
          <a:p>
            <a:pPr indent="-304800" lvl="0" marL="457200" rtl="0" algn="l">
              <a:lnSpc>
                <a:spcPct val="115000"/>
              </a:lnSpc>
              <a:spcBef>
                <a:spcPts val="0"/>
              </a:spcBef>
              <a:spcAft>
                <a:spcPts val="0"/>
              </a:spcAft>
              <a:buClr>
                <a:schemeClr val="dk1"/>
              </a:buClr>
              <a:buSzPts val="1200"/>
              <a:buFont typeface="Albert Sans Medium"/>
              <a:buAutoNum type="arabicPeriod"/>
            </a:pPr>
            <a:r>
              <a:rPr lang="en" sz="1200">
                <a:solidFill>
                  <a:schemeClr val="dk1"/>
                </a:solidFill>
                <a:latin typeface="Albert Sans Medium"/>
                <a:ea typeface="Albert Sans Medium"/>
                <a:cs typeface="Albert Sans Medium"/>
                <a:sym typeface="Albert Sans Medium"/>
              </a:rPr>
              <a:t>Transform the data using spark streaming</a:t>
            </a:r>
            <a:endParaRPr sz="1200">
              <a:solidFill>
                <a:schemeClr val="dk1"/>
              </a:solidFill>
              <a:latin typeface="Albert Sans Medium"/>
              <a:ea typeface="Albert Sans Medium"/>
              <a:cs typeface="Albert Sans Medium"/>
              <a:sym typeface="Albert Sans Medium"/>
            </a:endParaRPr>
          </a:p>
        </p:txBody>
      </p:sp>
      <p:sp>
        <p:nvSpPr>
          <p:cNvPr id="956" name="Google Shape;956;p26"/>
          <p:cNvSpPr txBox="1"/>
          <p:nvPr/>
        </p:nvSpPr>
        <p:spPr>
          <a:xfrm>
            <a:off x="3795900" y="3387350"/>
            <a:ext cx="4736700" cy="116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chemeClr val="dk1"/>
                </a:solidFill>
                <a:latin typeface="Albert Sans"/>
                <a:ea typeface="Albert Sans"/>
                <a:cs typeface="Albert Sans"/>
                <a:sym typeface="Albert Sans"/>
              </a:rPr>
              <a:t>Part C: Storage, Analysis &amp; Visualization</a:t>
            </a:r>
            <a:endParaRPr b="1" sz="1200">
              <a:solidFill>
                <a:schemeClr val="dk1"/>
              </a:solidFill>
              <a:latin typeface="Albert Sans"/>
              <a:ea typeface="Albert Sans"/>
              <a:cs typeface="Albert Sans"/>
              <a:sym typeface="Albert Sans"/>
            </a:endParaRPr>
          </a:p>
          <a:p>
            <a:pPr indent="-304800" lvl="0" marL="457200" rtl="0" algn="l">
              <a:lnSpc>
                <a:spcPct val="115000"/>
              </a:lnSpc>
              <a:spcBef>
                <a:spcPts val="1200"/>
              </a:spcBef>
              <a:spcAft>
                <a:spcPts val="0"/>
              </a:spcAft>
              <a:buClr>
                <a:schemeClr val="dk1"/>
              </a:buClr>
              <a:buSzPts val="1200"/>
              <a:buFont typeface="Albert Sans Medium"/>
              <a:buAutoNum type="arabicPeriod"/>
            </a:pPr>
            <a:r>
              <a:rPr lang="en" sz="1200">
                <a:solidFill>
                  <a:schemeClr val="dk1"/>
                </a:solidFill>
                <a:latin typeface="Albert Sans Medium"/>
                <a:ea typeface="Albert Sans Medium"/>
                <a:cs typeface="Albert Sans Medium"/>
                <a:sym typeface="Albert Sans Medium"/>
              </a:rPr>
              <a:t>Store the transformed data in a hudi table on S3</a:t>
            </a:r>
            <a:endParaRPr sz="1200">
              <a:solidFill>
                <a:schemeClr val="dk1"/>
              </a:solidFill>
              <a:latin typeface="Albert Sans Medium"/>
              <a:ea typeface="Albert Sans Medium"/>
              <a:cs typeface="Albert Sans Medium"/>
              <a:sym typeface="Albert Sans Medium"/>
            </a:endParaRPr>
          </a:p>
          <a:p>
            <a:pPr indent="-304800" lvl="0" marL="457200" rtl="0" algn="l">
              <a:lnSpc>
                <a:spcPct val="115000"/>
              </a:lnSpc>
              <a:spcBef>
                <a:spcPts val="0"/>
              </a:spcBef>
              <a:spcAft>
                <a:spcPts val="0"/>
              </a:spcAft>
              <a:buClr>
                <a:schemeClr val="dk1"/>
              </a:buClr>
              <a:buSzPts val="1200"/>
              <a:buFont typeface="Albert Sans Medium"/>
              <a:buAutoNum type="arabicPeriod"/>
            </a:pPr>
            <a:r>
              <a:rPr lang="en" sz="1200">
                <a:solidFill>
                  <a:schemeClr val="dk1"/>
                </a:solidFill>
                <a:latin typeface="Albert Sans Medium"/>
                <a:ea typeface="Albert Sans Medium"/>
                <a:cs typeface="Albert Sans Medium"/>
                <a:sym typeface="Albert Sans Medium"/>
              </a:rPr>
              <a:t>Use Athena to query data from hudi table</a:t>
            </a:r>
            <a:endParaRPr sz="1200">
              <a:solidFill>
                <a:schemeClr val="dk1"/>
              </a:solidFill>
              <a:latin typeface="Albert Sans Medium"/>
              <a:ea typeface="Albert Sans Medium"/>
              <a:cs typeface="Albert Sans Medium"/>
              <a:sym typeface="Albert Sans Medium"/>
            </a:endParaRPr>
          </a:p>
          <a:p>
            <a:pPr indent="-304800" lvl="0" marL="457200" rtl="0" algn="l">
              <a:lnSpc>
                <a:spcPct val="115000"/>
              </a:lnSpc>
              <a:spcBef>
                <a:spcPts val="0"/>
              </a:spcBef>
              <a:spcAft>
                <a:spcPts val="0"/>
              </a:spcAft>
              <a:buClr>
                <a:schemeClr val="dk1"/>
              </a:buClr>
              <a:buSzPts val="1200"/>
              <a:buFont typeface="Albert Sans Medium"/>
              <a:buAutoNum type="arabicPeriod"/>
            </a:pPr>
            <a:r>
              <a:rPr lang="en" sz="1200">
                <a:solidFill>
                  <a:schemeClr val="dk1"/>
                </a:solidFill>
                <a:latin typeface="Albert Sans Medium"/>
                <a:ea typeface="Albert Sans Medium"/>
                <a:cs typeface="Albert Sans Medium"/>
                <a:sym typeface="Albert Sans Medium"/>
              </a:rPr>
              <a:t>Use Google Data studio to visualize the insights</a:t>
            </a:r>
            <a:endParaRPr sz="1200">
              <a:solidFill>
                <a:schemeClr val="dk1"/>
              </a:solidFill>
              <a:latin typeface="Albert Sans Medium"/>
              <a:ea typeface="Albert Sans Medium"/>
              <a:cs typeface="Albert Sans Medium"/>
              <a:sym typeface="Albert Sans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27"/>
          <p:cNvSpPr txBox="1"/>
          <p:nvPr>
            <p:ph type="title"/>
          </p:nvPr>
        </p:nvSpPr>
        <p:spPr>
          <a:xfrm>
            <a:off x="567600" y="177875"/>
            <a:ext cx="7573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Stage 1: EC2/Docker</a:t>
            </a:r>
            <a:endParaRPr/>
          </a:p>
        </p:txBody>
      </p:sp>
      <p:sp>
        <p:nvSpPr>
          <p:cNvPr id="962" name="Google Shape;962;p27"/>
          <p:cNvSpPr txBox="1"/>
          <p:nvPr>
            <p:ph idx="4294967295" type="subTitle"/>
          </p:nvPr>
        </p:nvSpPr>
        <p:spPr>
          <a:xfrm>
            <a:off x="1606550" y="784850"/>
            <a:ext cx="1096200" cy="2883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1200"/>
              </a:spcAft>
              <a:buNone/>
            </a:pPr>
            <a:r>
              <a:rPr b="1" lang="en">
                <a:solidFill>
                  <a:srgbClr val="980000"/>
                </a:solidFill>
                <a:latin typeface="Albert Sans"/>
                <a:ea typeface="Albert Sans"/>
                <a:cs typeface="Albert Sans"/>
                <a:sym typeface="Albert Sans"/>
              </a:rPr>
              <a:t>We are here</a:t>
            </a:r>
            <a:endParaRPr b="1" sz="1100">
              <a:solidFill>
                <a:srgbClr val="980000"/>
              </a:solidFill>
              <a:latin typeface="Albert Sans"/>
              <a:ea typeface="Albert Sans"/>
              <a:cs typeface="Albert Sans"/>
              <a:sym typeface="Albert Sans"/>
            </a:endParaRPr>
          </a:p>
        </p:txBody>
      </p:sp>
      <p:cxnSp>
        <p:nvCxnSpPr>
          <p:cNvPr id="963" name="Google Shape;963;p27"/>
          <p:cNvCxnSpPr/>
          <p:nvPr/>
        </p:nvCxnSpPr>
        <p:spPr>
          <a:xfrm>
            <a:off x="2632050" y="979175"/>
            <a:ext cx="286500" cy="293400"/>
          </a:xfrm>
          <a:prstGeom prst="straightConnector1">
            <a:avLst/>
          </a:prstGeom>
          <a:noFill/>
          <a:ln cap="flat" cmpd="sng" w="28575">
            <a:solidFill>
              <a:srgbClr val="00C3B1"/>
            </a:solidFill>
            <a:prstDash val="solid"/>
            <a:round/>
            <a:headEnd len="med" w="med" type="none"/>
            <a:tailEnd len="med" w="med" type="triangle"/>
          </a:ln>
        </p:spPr>
      </p:cxnSp>
      <p:pic>
        <p:nvPicPr>
          <p:cNvPr id="964" name="Google Shape;964;p27"/>
          <p:cNvPicPr preferRelativeResize="0"/>
          <p:nvPr/>
        </p:nvPicPr>
        <p:blipFill>
          <a:blip r:embed="rId3">
            <a:alphaModFix/>
          </a:blip>
          <a:stretch>
            <a:fillRect/>
          </a:stretch>
        </p:blipFill>
        <p:spPr>
          <a:xfrm>
            <a:off x="441950" y="1268750"/>
            <a:ext cx="8260076" cy="2674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28"/>
          <p:cNvSpPr txBox="1"/>
          <p:nvPr>
            <p:ph type="title"/>
          </p:nvPr>
        </p:nvSpPr>
        <p:spPr>
          <a:xfrm>
            <a:off x="567600" y="25407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Initialization</a:t>
            </a:r>
            <a:r>
              <a:rPr lang="en"/>
              <a:t>: EC2/Docker</a:t>
            </a:r>
            <a:endParaRPr/>
          </a:p>
        </p:txBody>
      </p:sp>
      <p:sp>
        <p:nvSpPr>
          <p:cNvPr id="970" name="Google Shape;970;p28"/>
          <p:cNvSpPr txBox="1"/>
          <p:nvPr>
            <p:ph idx="2" type="title"/>
          </p:nvPr>
        </p:nvSpPr>
        <p:spPr>
          <a:xfrm>
            <a:off x="720000" y="958525"/>
            <a:ext cx="3522300" cy="49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Tasks</a:t>
            </a:r>
            <a:endParaRPr/>
          </a:p>
        </p:txBody>
      </p:sp>
      <p:sp>
        <p:nvSpPr>
          <p:cNvPr id="971" name="Google Shape;971;p28"/>
          <p:cNvSpPr txBox="1"/>
          <p:nvPr>
            <p:ph idx="4294967295" type="subTitle"/>
          </p:nvPr>
        </p:nvSpPr>
        <p:spPr>
          <a:xfrm>
            <a:off x="720000" y="1448725"/>
            <a:ext cx="5429700" cy="311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following tasks were carried out</a:t>
            </a:r>
            <a:r>
              <a:rPr lang="en"/>
              <a:t>:</a:t>
            </a:r>
            <a:endParaRPr/>
          </a:p>
          <a:p>
            <a:pPr indent="-304800" lvl="0" marL="457200" rtl="0" algn="l">
              <a:spcBef>
                <a:spcPts val="1000"/>
              </a:spcBef>
              <a:spcAft>
                <a:spcPts val="0"/>
              </a:spcAft>
              <a:buSzPts val="1200"/>
              <a:buChar char="●"/>
            </a:pPr>
            <a:r>
              <a:rPr lang="en"/>
              <a:t>Create EC2 (t2.xlarge or t2.2xlarge for better performance) instance</a:t>
            </a:r>
            <a:endParaRPr/>
          </a:p>
          <a:p>
            <a:pPr indent="-304800" lvl="0" marL="457200" rtl="0" algn="l">
              <a:spcBef>
                <a:spcPts val="0"/>
              </a:spcBef>
              <a:spcAft>
                <a:spcPts val="0"/>
              </a:spcAft>
              <a:buSzPts val="1200"/>
              <a:buChar char="●"/>
            </a:pPr>
            <a:r>
              <a:rPr lang="en"/>
              <a:t>Install docker on the EC2</a:t>
            </a:r>
            <a:endParaRPr/>
          </a:p>
          <a:p>
            <a:pPr indent="-304800" lvl="0" marL="457200" rtl="0" algn="l">
              <a:spcBef>
                <a:spcPts val="0"/>
              </a:spcBef>
              <a:spcAft>
                <a:spcPts val="0"/>
              </a:spcAft>
              <a:buSzPts val="1200"/>
              <a:buChar char="●"/>
            </a:pPr>
            <a:r>
              <a:rPr lang="en"/>
              <a:t>The following services will be deployed in docker:</a:t>
            </a:r>
            <a:endParaRPr/>
          </a:p>
          <a:p>
            <a:pPr indent="-304800" lvl="1" marL="914400" rtl="0" algn="l">
              <a:spcBef>
                <a:spcPts val="0"/>
              </a:spcBef>
              <a:spcAft>
                <a:spcPts val="0"/>
              </a:spcAft>
              <a:buSzPts val="1200"/>
              <a:buChar char="○"/>
            </a:pPr>
            <a:r>
              <a:rPr lang="en"/>
              <a:t>Apache NiFi</a:t>
            </a:r>
            <a:endParaRPr/>
          </a:p>
          <a:p>
            <a:pPr indent="-304800" lvl="1" marL="914400" rtl="0" algn="l">
              <a:spcBef>
                <a:spcPts val="0"/>
              </a:spcBef>
              <a:spcAft>
                <a:spcPts val="0"/>
              </a:spcAft>
              <a:buSzPts val="1200"/>
              <a:buChar char="○"/>
            </a:pPr>
            <a:r>
              <a:rPr lang="en"/>
              <a:t>MySQL database</a:t>
            </a:r>
            <a:endParaRPr/>
          </a:p>
          <a:p>
            <a:pPr indent="-304800" lvl="1" marL="914400" rtl="0" algn="l">
              <a:spcBef>
                <a:spcPts val="0"/>
              </a:spcBef>
              <a:spcAft>
                <a:spcPts val="0"/>
              </a:spcAft>
              <a:buSzPts val="1200"/>
              <a:buChar char="○"/>
            </a:pPr>
            <a:r>
              <a:rPr lang="en"/>
              <a:t>Debezium Connect for CDC (create a connection with Kafka, Zookeeper and MySQL containers)</a:t>
            </a:r>
            <a:endParaRPr/>
          </a:p>
          <a:p>
            <a:pPr indent="-304800" lvl="1" marL="914400" rtl="0" algn="l">
              <a:spcBef>
                <a:spcPts val="0"/>
              </a:spcBef>
              <a:spcAft>
                <a:spcPts val="0"/>
              </a:spcAft>
              <a:buSzPts val="1200"/>
              <a:buChar char="○"/>
            </a:pPr>
            <a:r>
              <a:rPr lang="en"/>
              <a:t>Zookeeper</a:t>
            </a:r>
            <a:endParaRPr/>
          </a:p>
          <a:p>
            <a:pPr indent="-304800" lvl="1" marL="914400" rtl="0" algn="l">
              <a:spcBef>
                <a:spcPts val="0"/>
              </a:spcBef>
              <a:spcAft>
                <a:spcPts val="0"/>
              </a:spcAft>
              <a:buSzPts val="1200"/>
              <a:buChar char="○"/>
            </a:pPr>
            <a:r>
              <a:rPr lang="en"/>
              <a:t>Kafka</a:t>
            </a:r>
            <a:endParaRPr/>
          </a:p>
          <a:p>
            <a:pPr indent="-304800" lvl="0" marL="457200" rtl="0" algn="l">
              <a:spcBef>
                <a:spcPts val="0"/>
              </a:spcBef>
              <a:spcAft>
                <a:spcPts val="0"/>
              </a:spcAft>
              <a:buSzPts val="1200"/>
              <a:buChar char="●"/>
            </a:pPr>
            <a:r>
              <a:rPr lang="en"/>
              <a:t>To test spark locally; install spark on EC2 </a:t>
            </a:r>
            <a:endParaRPr/>
          </a:p>
        </p:txBody>
      </p:sp>
      <p:sp>
        <p:nvSpPr>
          <p:cNvPr id="972" name="Google Shape;972;p28"/>
          <p:cNvSpPr txBox="1"/>
          <p:nvPr>
            <p:ph idx="4294967295" type="subTitle"/>
          </p:nvPr>
        </p:nvSpPr>
        <p:spPr>
          <a:xfrm>
            <a:off x="6000975" y="1044650"/>
            <a:ext cx="2834700" cy="139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a:latin typeface="Albert Sans"/>
                <a:ea typeface="Albert Sans"/>
                <a:cs typeface="Albert Sans"/>
                <a:sym typeface="Albert Sans"/>
              </a:rPr>
              <a:t>Tip</a:t>
            </a:r>
            <a:r>
              <a:rPr lang="en"/>
              <a:t>:</a:t>
            </a:r>
            <a:endParaRPr/>
          </a:p>
          <a:p>
            <a:pPr indent="-298450" lvl="0" marL="457200" rtl="0" algn="l">
              <a:lnSpc>
                <a:spcPct val="100000"/>
              </a:lnSpc>
              <a:spcBef>
                <a:spcPts val="1000"/>
              </a:spcBef>
              <a:spcAft>
                <a:spcPts val="0"/>
              </a:spcAft>
              <a:buSzPts val="1100"/>
              <a:buChar char="●"/>
            </a:pPr>
            <a:r>
              <a:rPr lang="en" sz="1100"/>
              <a:t>Use Amazon Linux</a:t>
            </a:r>
            <a:endParaRPr sz="1100"/>
          </a:p>
          <a:p>
            <a:pPr indent="-298450" lvl="0" marL="457200" rtl="0" algn="l">
              <a:lnSpc>
                <a:spcPct val="100000"/>
              </a:lnSpc>
              <a:spcBef>
                <a:spcPts val="0"/>
              </a:spcBef>
              <a:spcAft>
                <a:spcPts val="0"/>
              </a:spcAft>
              <a:buSzPts val="1100"/>
              <a:buChar char="●"/>
            </a:pPr>
            <a:r>
              <a:rPr lang="en" sz="1100"/>
              <a:t>Use Elastic IP</a:t>
            </a:r>
            <a:endParaRPr sz="1100" strike="sng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pic>
        <p:nvPicPr>
          <p:cNvPr id="977" name="Google Shape;977;p29"/>
          <p:cNvPicPr preferRelativeResize="0"/>
          <p:nvPr/>
        </p:nvPicPr>
        <p:blipFill>
          <a:blip r:embed="rId3">
            <a:alphaModFix/>
          </a:blip>
          <a:stretch>
            <a:fillRect/>
          </a:stretch>
        </p:blipFill>
        <p:spPr>
          <a:xfrm>
            <a:off x="441950" y="1268750"/>
            <a:ext cx="8260076" cy="2674050"/>
          </a:xfrm>
          <a:prstGeom prst="rect">
            <a:avLst/>
          </a:prstGeom>
          <a:noFill/>
          <a:ln>
            <a:noFill/>
          </a:ln>
        </p:spPr>
      </p:pic>
      <p:sp>
        <p:nvSpPr>
          <p:cNvPr id="978" name="Google Shape;978;p29"/>
          <p:cNvSpPr txBox="1"/>
          <p:nvPr>
            <p:ph type="title"/>
          </p:nvPr>
        </p:nvSpPr>
        <p:spPr>
          <a:xfrm>
            <a:off x="567600" y="177875"/>
            <a:ext cx="7573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Stage 2: Apache Nifi</a:t>
            </a:r>
            <a:endParaRPr/>
          </a:p>
        </p:txBody>
      </p:sp>
      <p:sp>
        <p:nvSpPr>
          <p:cNvPr id="979" name="Google Shape;979;p29"/>
          <p:cNvSpPr txBox="1"/>
          <p:nvPr>
            <p:ph idx="4294967295" type="subTitle"/>
          </p:nvPr>
        </p:nvSpPr>
        <p:spPr>
          <a:xfrm>
            <a:off x="1098325" y="3885175"/>
            <a:ext cx="1096200" cy="2883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1200"/>
              </a:spcAft>
              <a:buNone/>
            </a:pPr>
            <a:r>
              <a:rPr b="1" lang="en">
                <a:solidFill>
                  <a:srgbClr val="980000"/>
                </a:solidFill>
                <a:latin typeface="Albert Sans"/>
                <a:ea typeface="Albert Sans"/>
                <a:cs typeface="Albert Sans"/>
                <a:sym typeface="Albert Sans"/>
              </a:rPr>
              <a:t>We are here</a:t>
            </a:r>
            <a:endParaRPr b="1" sz="1100">
              <a:solidFill>
                <a:srgbClr val="980000"/>
              </a:solidFill>
              <a:latin typeface="Albert Sans"/>
              <a:ea typeface="Albert Sans"/>
              <a:cs typeface="Albert Sans"/>
              <a:sym typeface="Albert Sans"/>
            </a:endParaRPr>
          </a:p>
        </p:txBody>
      </p:sp>
      <p:cxnSp>
        <p:nvCxnSpPr>
          <p:cNvPr id="980" name="Google Shape;980;p29"/>
          <p:cNvCxnSpPr/>
          <p:nvPr/>
        </p:nvCxnSpPr>
        <p:spPr>
          <a:xfrm flipH="1" rot="10800000">
            <a:off x="2123800" y="2811200"/>
            <a:ext cx="600300" cy="1131600"/>
          </a:xfrm>
          <a:prstGeom prst="straightConnector1">
            <a:avLst/>
          </a:prstGeom>
          <a:noFill/>
          <a:ln cap="flat" cmpd="sng" w="28575">
            <a:solidFill>
              <a:srgbClr val="00C3B1"/>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30"/>
          <p:cNvSpPr txBox="1"/>
          <p:nvPr>
            <p:ph type="title"/>
          </p:nvPr>
        </p:nvSpPr>
        <p:spPr>
          <a:xfrm>
            <a:off x="567600" y="25407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Apache Nifi</a:t>
            </a:r>
            <a:endParaRPr/>
          </a:p>
        </p:txBody>
      </p:sp>
      <p:sp>
        <p:nvSpPr>
          <p:cNvPr id="986" name="Google Shape;986;p30"/>
          <p:cNvSpPr txBox="1"/>
          <p:nvPr>
            <p:ph idx="2" type="title"/>
          </p:nvPr>
        </p:nvSpPr>
        <p:spPr>
          <a:xfrm>
            <a:off x="720000" y="958525"/>
            <a:ext cx="3522300" cy="49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Tasks</a:t>
            </a:r>
            <a:endParaRPr/>
          </a:p>
        </p:txBody>
      </p:sp>
      <p:sp>
        <p:nvSpPr>
          <p:cNvPr id="987" name="Google Shape;987;p30"/>
          <p:cNvSpPr txBox="1"/>
          <p:nvPr>
            <p:ph idx="4294967295" type="subTitle"/>
          </p:nvPr>
        </p:nvSpPr>
        <p:spPr>
          <a:xfrm>
            <a:off x="720000" y="1448725"/>
            <a:ext cx="5521200" cy="331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following tasks were completed:</a:t>
            </a:r>
            <a:endParaRPr/>
          </a:p>
          <a:p>
            <a:pPr indent="-304800" lvl="0" marL="457200" rtl="0" algn="l">
              <a:spcBef>
                <a:spcPts val="1000"/>
              </a:spcBef>
              <a:spcAft>
                <a:spcPts val="0"/>
              </a:spcAft>
              <a:buSzPts val="1200"/>
              <a:buChar char="●"/>
            </a:pPr>
            <a:r>
              <a:rPr lang="en"/>
              <a:t>Using EC2 instance; set up Apache Nifi docker container</a:t>
            </a:r>
            <a:endParaRPr/>
          </a:p>
          <a:p>
            <a:pPr indent="-304800" lvl="0" marL="457200" rtl="0" algn="l">
              <a:spcBef>
                <a:spcPts val="0"/>
              </a:spcBef>
              <a:spcAft>
                <a:spcPts val="0"/>
              </a:spcAft>
              <a:buSzPts val="1200"/>
              <a:buChar char="●"/>
            </a:pPr>
            <a:r>
              <a:rPr lang="en"/>
              <a:t>Create a processor to get data from the Rest Bus api</a:t>
            </a:r>
            <a:endParaRPr/>
          </a:p>
          <a:p>
            <a:pPr indent="-304800" lvl="0" marL="457200" rtl="0" algn="l">
              <a:spcBef>
                <a:spcPts val="0"/>
              </a:spcBef>
              <a:spcAft>
                <a:spcPts val="0"/>
              </a:spcAft>
              <a:buSzPts val="1200"/>
              <a:buChar char="●"/>
            </a:pPr>
            <a:r>
              <a:rPr lang="en"/>
              <a:t>The following processors were used to ingest and process data in Nifi:</a:t>
            </a:r>
            <a:endParaRPr/>
          </a:p>
          <a:p>
            <a:pPr indent="-304800" lvl="1" marL="914400" marR="91440" rtl="0" algn="l">
              <a:spcBef>
                <a:spcPts val="0"/>
              </a:spcBef>
              <a:spcAft>
                <a:spcPts val="0"/>
              </a:spcAft>
              <a:buSzPts val="1200"/>
              <a:buChar char="○"/>
            </a:pPr>
            <a:r>
              <a:rPr b="1" lang="en">
                <a:latin typeface="Albert Sans"/>
                <a:ea typeface="Albert Sans"/>
                <a:cs typeface="Albert Sans"/>
                <a:sym typeface="Albert Sans"/>
              </a:rPr>
              <a:t>InvokeHTTP:</a:t>
            </a:r>
            <a:r>
              <a:rPr lang="en"/>
              <a:t> connects to the Rest Bus </a:t>
            </a:r>
            <a:r>
              <a:rPr lang="en"/>
              <a:t>API endpoint and collects some JSON blob</a:t>
            </a:r>
            <a:r>
              <a:rPr lang="en"/>
              <a:t>s</a:t>
            </a:r>
            <a:endParaRPr/>
          </a:p>
          <a:p>
            <a:pPr indent="-304800" lvl="1" marL="914400" rtl="0" algn="l">
              <a:spcBef>
                <a:spcPts val="0"/>
              </a:spcBef>
              <a:spcAft>
                <a:spcPts val="0"/>
              </a:spcAft>
              <a:buSzPts val="1200"/>
              <a:buFont typeface="Albert Sans"/>
              <a:buChar char="○"/>
            </a:pPr>
            <a:r>
              <a:rPr b="1" lang="en">
                <a:latin typeface="Albert Sans"/>
                <a:ea typeface="Albert Sans"/>
                <a:cs typeface="Albert Sans"/>
                <a:sym typeface="Albert Sans"/>
              </a:rPr>
              <a:t>LogAttribute: </a:t>
            </a:r>
            <a:r>
              <a:rPr lang="en"/>
              <a:t>to handle edge cases</a:t>
            </a:r>
            <a:endParaRPr/>
          </a:p>
          <a:p>
            <a:pPr indent="-304800" lvl="1" marL="914400" rtl="0" algn="l">
              <a:spcBef>
                <a:spcPts val="0"/>
              </a:spcBef>
              <a:spcAft>
                <a:spcPts val="0"/>
              </a:spcAft>
              <a:buSzPts val="1200"/>
              <a:buFont typeface="Albert Sans"/>
              <a:buChar char="○"/>
            </a:pPr>
            <a:r>
              <a:rPr b="1" lang="en">
                <a:latin typeface="Albert Sans"/>
                <a:ea typeface="Albert Sans"/>
                <a:cs typeface="Albert Sans"/>
                <a:sym typeface="Albert Sans"/>
              </a:rPr>
              <a:t>ConverterJSONToSQL: </a:t>
            </a:r>
            <a:r>
              <a:rPr lang="en"/>
              <a:t>converts JSON blobs into SQL inserts</a:t>
            </a:r>
            <a:endParaRPr/>
          </a:p>
          <a:p>
            <a:pPr indent="-304800" lvl="1" marL="914400" rtl="0" algn="l">
              <a:spcBef>
                <a:spcPts val="0"/>
              </a:spcBef>
              <a:spcAft>
                <a:spcPts val="0"/>
              </a:spcAft>
              <a:buSzPts val="1200"/>
              <a:buChar char="○"/>
            </a:pPr>
            <a:r>
              <a:rPr b="1" lang="en">
                <a:latin typeface="Albert Sans"/>
                <a:ea typeface="Albert Sans"/>
                <a:cs typeface="Albert Sans"/>
                <a:sym typeface="Albert Sans"/>
              </a:rPr>
              <a:t>PutSQL:</a:t>
            </a:r>
            <a:r>
              <a:rPr lang="en"/>
              <a:t> to execute those SQL statements that are generated by the ConverterJSONToSQL processor</a:t>
            </a:r>
            <a:endParaRPr/>
          </a:p>
          <a:p>
            <a:pPr indent="-304800" lvl="0" marL="457200" rtl="0" algn="l">
              <a:spcBef>
                <a:spcPts val="0"/>
              </a:spcBef>
              <a:spcAft>
                <a:spcPts val="0"/>
              </a:spcAft>
              <a:buSzPts val="1200"/>
              <a:buChar char="●"/>
            </a:pPr>
            <a:r>
              <a:rPr lang="en"/>
              <a:t>See the nifi interface at </a:t>
            </a:r>
            <a:r>
              <a:rPr lang="en" u="sng">
                <a:solidFill>
                  <a:schemeClr val="hlink"/>
                </a:solidFill>
                <a:hlinkClick r:id="rId3"/>
              </a:rPr>
              <a:t>http://localhost:8080/nifi/</a:t>
            </a:r>
            <a:endParaRPr/>
          </a:p>
        </p:txBody>
      </p:sp>
      <p:sp>
        <p:nvSpPr>
          <p:cNvPr id="988" name="Google Shape;988;p30"/>
          <p:cNvSpPr txBox="1"/>
          <p:nvPr>
            <p:ph idx="4294967295" type="subTitle"/>
          </p:nvPr>
        </p:nvSpPr>
        <p:spPr>
          <a:xfrm>
            <a:off x="6000975" y="1044650"/>
            <a:ext cx="2834700" cy="254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a:latin typeface="Albert Sans"/>
                <a:ea typeface="Albert Sans"/>
                <a:cs typeface="Albert Sans"/>
                <a:sym typeface="Albert Sans"/>
              </a:rPr>
              <a:t>Tip</a:t>
            </a:r>
            <a:r>
              <a:rPr lang="en"/>
              <a:t>:</a:t>
            </a:r>
            <a:endParaRPr/>
          </a:p>
          <a:p>
            <a:pPr indent="-298450" lvl="0" marL="457200" rtl="0" algn="l">
              <a:lnSpc>
                <a:spcPct val="100000"/>
              </a:lnSpc>
              <a:spcBef>
                <a:spcPts val="1000"/>
              </a:spcBef>
              <a:spcAft>
                <a:spcPts val="0"/>
              </a:spcAft>
              <a:buSzPts val="1100"/>
              <a:buChar char="●"/>
            </a:pPr>
            <a:r>
              <a:rPr b="1" lang="en" sz="1100">
                <a:latin typeface="Albert Sans"/>
                <a:ea typeface="Albert Sans"/>
                <a:cs typeface="Albert Sans"/>
                <a:sym typeface="Albert Sans"/>
              </a:rPr>
              <a:t>Apache Nifi:</a:t>
            </a:r>
            <a:r>
              <a:rPr lang="en" sz="1100"/>
              <a:t> </a:t>
            </a:r>
            <a:r>
              <a:rPr lang="en"/>
              <a:t>use 1.12.0 version since it is more stable compare to more newer versions</a:t>
            </a:r>
            <a:endParaRPr/>
          </a:p>
          <a:p>
            <a:pPr indent="-304800" lvl="0" marL="457200" rtl="0" algn="l">
              <a:lnSpc>
                <a:spcPct val="100000"/>
              </a:lnSpc>
              <a:spcBef>
                <a:spcPts val="1000"/>
              </a:spcBef>
              <a:spcAft>
                <a:spcPts val="1000"/>
              </a:spcAft>
              <a:buSzPts val="1200"/>
              <a:buChar char="●"/>
            </a:pPr>
            <a:r>
              <a:rPr lang="en"/>
              <a:t>Make sure the API in nifi is invoked at min 30 seconds as any frequency lower than this will cause the server to overload and get your ip blocked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p31"/>
          <p:cNvSpPr txBox="1"/>
          <p:nvPr>
            <p:ph type="title"/>
          </p:nvPr>
        </p:nvSpPr>
        <p:spPr>
          <a:xfrm>
            <a:off x="130450" y="100000"/>
            <a:ext cx="33066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Apache Nifi</a:t>
            </a:r>
            <a:endParaRPr/>
          </a:p>
        </p:txBody>
      </p:sp>
      <p:pic>
        <p:nvPicPr>
          <p:cNvPr id="994" name="Google Shape;994;p31"/>
          <p:cNvPicPr preferRelativeResize="0"/>
          <p:nvPr/>
        </p:nvPicPr>
        <p:blipFill>
          <a:blip r:embed="rId3">
            <a:alphaModFix/>
          </a:blip>
          <a:stretch>
            <a:fillRect/>
          </a:stretch>
        </p:blipFill>
        <p:spPr>
          <a:xfrm>
            <a:off x="5900700" y="224625"/>
            <a:ext cx="2879198" cy="1873074"/>
          </a:xfrm>
          <a:prstGeom prst="rect">
            <a:avLst/>
          </a:prstGeom>
          <a:noFill/>
          <a:ln>
            <a:noFill/>
          </a:ln>
        </p:spPr>
      </p:pic>
      <p:pic>
        <p:nvPicPr>
          <p:cNvPr id="995" name="Google Shape;995;p31"/>
          <p:cNvPicPr preferRelativeResize="0"/>
          <p:nvPr/>
        </p:nvPicPr>
        <p:blipFill>
          <a:blip r:embed="rId4">
            <a:alphaModFix/>
          </a:blip>
          <a:stretch>
            <a:fillRect/>
          </a:stretch>
        </p:blipFill>
        <p:spPr>
          <a:xfrm>
            <a:off x="734775" y="2238275"/>
            <a:ext cx="6682098" cy="28410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pic>
        <p:nvPicPr>
          <p:cNvPr id="1000" name="Google Shape;1000;p32"/>
          <p:cNvPicPr preferRelativeResize="0"/>
          <p:nvPr/>
        </p:nvPicPr>
        <p:blipFill>
          <a:blip r:embed="rId3">
            <a:alphaModFix/>
          </a:blip>
          <a:stretch>
            <a:fillRect/>
          </a:stretch>
        </p:blipFill>
        <p:spPr>
          <a:xfrm>
            <a:off x="441950" y="1268750"/>
            <a:ext cx="8260076" cy="2674050"/>
          </a:xfrm>
          <a:prstGeom prst="rect">
            <a:avLst/>
          </a:prstGeom>
          <a:noFill/>
          <a:ln>
            <a:noFill/>
          </a:ln>
        </p:spPr>
      </p:pic>
      <p:sp>
        <p:nvSpPr>
          <p:cNvPr id="1001" name="Google Shape;1001;p32"/>
          <p:cNvSpPr txBox="1"/>
          <p:nvPr>
            <p:ph type="title"/>
          </p:nvPr>
        </p:nvSpPr>
        <p:spPr>
          <a:xfrm>
            <a:off x="567600" y="177875"/>
            <a:ext cx="7573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Stage 3: MySQL/CDC (Debezium) </a:t>
            </a:r>
            <a:endParaRPr/>
          </a:p>
        </p:txBody>
      </p:sp>
      <p:sp>
        <p:nvSpPr>
          <p:cNvPr id="1002" name="Google Shape;1002;p32"/>
          <p:cNvSpPr txBox="1"/>
          <p:nvPr>
            <p:ph idx="4294967295" type="subTitle"/>
          </p:nvPr>
        </p:nvSpPr>
        <p:spPr>
          <a:xfrm>
            <a:off x="1098325" y="3885175"/>
            <a:ext cx="1096200" cy="2883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1200"/>
              </a:spcAft>
              <a:buNone/>
            </a:pPr>
            <a:r>
              <a:rPr b="1" lang="en">
                <a:solidFill>
                  <a:srgbClr val="980000"/>
                </a:solidFill>
                <a:latin typeface="Albert Sans"/>
                <a:ea typeface="Albert Sans"/>
                <a:cs typeface="Albert Sans"/>
                <a:sym typeface="Albert Sans"/>
              </a:rPr>
              <a:t>We are here</a:t>
            </a:r>
            <a:endParaRPr b="1" sz="1100">
              <a:solidFill>
                <a:srgbClr val="980000"/>
              </a:solidFill>
              <a:latin typeface="Albert Sans"/>
              <a:ea typeface="Albert Sans"/>
              <a:cs typeface="Albert Sans"/>
              <a:sym typeface="Albert Sans"/>
            </a:endParaRPr>
          </a:p>
        </p:txBody>
      </p:sp>
      <p:cxnSp>
        <p:nvCxnSpPr>
          <p:cNvPr id="1003" name="Google Shape;1003;p32"/>
          <p:cNvCxnSpPr/>
          <p:nvPr/>
        </p:nvCxnSpPr>
        <p:spPr>
          <a:xfrm flipH="1" rot="10800000">
            <a:off x="2123800" y="3588200"/>
            <a:ext cx="610500" cy="354600"/>
          </a:xfrm>
          <a:prstGeom prst="straightConnector1">
            <a:avLst/>
          </a:prstGeom>
          <a:noFill/>
          <a:ln cap="flat" cmpd="sng" w="28575">
            <a:solidFill>
              <a:srgbClr val="00C3B1"/>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33"/>
          <p:cNvSpPr txBox="1"/>
          <p:nvPr>
            <p:ph type="title"/>
          </p:nvPr>
        </p:nvSpPr>
        <p:spPr>
          <a:xfrm>
            <a:off x="567600" y="25407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MySQL/CDC (Debezium)</a:t>
            </a:r>
            <a:endParaRPr/>
          </a:p>
        </p:txBody>
      </p:sp>
      <p:sp>
        <p:nvSpPr>
          <p:cNvPr id="1009" name="Google Shape;1009;p33"/>
          <p:cNvSpPr txBox="1"/>
          <p:nvPr>
            <p:ph idx="2" type="title"/>
          </p:nvPr>
        </p:nvSpPr>
        <p:spPr>
          <a:xfrm>
            <a:off x="720000" y="958525"/>
            <a:ext cx="3522300" cy="49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About</a:t>
            </a:r>
            <a:endParaRPr/>
          </a:p>
        </p:txBody>
      </p:sp>
      <p:sp>
        <p:nvSpPr>
          <p:cNvPr id="1010" name="Google Shape;1010;p33"/>
          <p:cNvSpPr txBox="1"/>
          <p:nvPr>
            <p:ph idx="4294967295" type="subTitle"/>
          </p:nvPr>
        </p:nvSpPr>
        <p:spPr>
          <a:xfrm>
            <a:off x="720000" y="3371725"/>
            <a:ext cx="7704000" cy="139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following tasks were completed:</a:t>
            </a:r>
            <a:endParaRPr/>
          </a:p>
          <a:p>
            <a:pPr indent="-304800" lvl="0" marL="457200" rtl="0" algn="l">
              <a:spcBef>
                <a:spcPts val="1000"/>
              </a:spcBef>
              <a:spcAft>
                <a:spcPts val="0"/>
              </a:spcAft>
              <a:buSzPts val="1200"/>
              <a:buChar char="●"/>
            </a:pPr>
            <a:r>
              <a:rPr lang="en"/>
              <a:t>Using EC2 instance; set up MySQL by Debezium docker container</a:t>
            </a:r>
            <a:endParaRPr/>
          </a:p>
          <a:p>
            <a:pPr indent="-304800" lvl="0" marL="457200" rtl="0" algn="l">
              <a:spcBef>
                <a:spcPts val="0"/>
              </a:spcBef>
              <a:spcAft>
                <a:spcPts val="0"/>
              </a:spcAft>
              <a:buSzPts val="1200"/>
              <a:buChar char="●"/>
            </a:pPr>
            <a:r>
              <a:rPr lang="en"/>
              <a:t>Create a </a:t>
            </a:r>
            <a:r>
              <a:rPr lang="en"/>
              <a:t>new database with a new table. The data from Bus API will be stored in the MySQL table using Nifi</a:t>
            </a:r>
            <a:endParaRPr/>
          </a:p>
          <a:p>
            <a:pPr indent="-304800" lvl="0" marL="457200" rtl="0" algn="l">
              <a:spcBef>
                <a:spcPts val="0"/>
              </a:spcBef>
              <a:spcAft>
                <a:spcPts val="0"/>
              </a:spcAft>
              <a:buSzPts val="1200"/>
              <a:buChar char="●"/>
            </a:pPr>
            <a:r>
              <a:rPr lang="en"/>
              <a:t>Create the table with pre-defined schema. We are going to use it to collect data from the bus API.</a:t>
            </a:r>
            <a:endParaRPr/>
          </a:p>
        </p:txBody>
      </p:sp>
      <p:sp>
        <p:nvSpPr>
          <p:cNvPr id="1011" name="Google Shape;1011;p33"/>
          <p:cNvSpPr txBox="1"/>
          <p:nvPr>
            <p:ph idx="4294967295" type="subTitle"/>
          </p:nvPr>
        </p:nvSpPr>
        <p:spPr>
          <a:xfrm>
            <a:off x="6000975" y="1044650"/>
            <a:ext cx="2700300" cy="139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a:latin typeface="Albert Sans"/>
                <a:ea typeface="Albert Sans"/>
                <a:cs typeface="Albert Sans"/>
                <a:sym typeface="Albert Sans"/>
              </a:rPr>
              <a:t>Tip</a:t>
            </a:r>
            <a:r>
              <a:rPr lang="en"/>
              <a:t>:</a:t>
            </a:r>
            <a:endParaRPr/>
          </a:p>
          <a:p>
            <a:pPr indent="-298450" lvl="0" marL="457200" rtl="0" algn="l">
              <a:lnSpc>
                <a:spcPct val="100000"/>
              </a:lnSpc>
              <a:spcBef>
                <a:spcPts val="1000"/>
              </a:spcBef>
              <a:spcAft>
                <a:spcPts val="0"/>
              </a:spcAft>
              <a:buSzPts val="1100"/>
              <a:buChar char="●"/>
            </a:pPr>
            <a:r>
              <a:rPr lang="en" sz="1100"/>
              <a:t>debezium/example-mysql:1.6 was used</a:t>
            </a:r>
            <a:endParaRPr sz="1100"/>
          </a:p>
        </p:txBody>
      </p:sp>
      <p:sp>
        <p:nvSpPr>
          <p:cNvPr id="1012" name="Google Shape;1012;p33"/>
          <p:cNvSpPr txBox="1"/>
          <p:nvPr>
            <p:ph idx="2" type="title"/>
          </p:nvPr>
        </p:nvSpPr>
        <p:spPr>
          <a:xfrm>
            <a:off x="720000" y="2973650"/>
            <a:ext cx="3522300" cy="49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Tasks</a:t>
            </a:r>
            <a:endParaRPr/>
          </a:p>
        </p:txBody>
      </p:sp>
      <p:sp>
        <p:nvSpPr>
          <p:cNvPr id="1013" name="Google Shape;1013;p33"/>
          <p:cNvSpPr txBox="1"/>
          <p:nvPr>
            <p:ph idx="4294967295" type="subTitle"/>
          </p:nvPr>
        </p:nvSpPr>
        <p:spPr>
          <a:xfrm>
            <a:off x="720000" y="1357850"/>
            <a:ext cx="5521200" cy="161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Debezium is a distributed platform that turns your existing databases into event streams, so applications can quickly react to each row-level change in the databases. </a:t>
            </a:r>
            <a:endParaRPr/>
          </a:p>
          <a:p>
            <a:pPr indent="0" lvl="0" marL="0" rtl="0" algn="l">
              <a:spcBef>
                <a:spcPts val="1200"/>
              </a:spcBef>
              <a:spcAft>
                <a:spcPts val="1200"/>
              </a:spcAft>
              <a:buNone/>
            </a:pPr>
            <a:r>
              <a:rPr lang="en"/>
              <a:t>Debezium is built on top of Kafka and provides Kafka Connect compatible connectors that monitor specific database management systems. Debezium records the history of data changes in Kafka topics.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pic>
        <p:nvPicPr>
          <p:cNvPr id="1018" name="Google Shape;1018;p34"/>
          <p:cNvPicPr preferRelativeResize="0"/>
          <p:nvPr/>
        </p:nvPicPr>
        <p:blipFill>
          <a:blip r:embed="rId3">
            <a:alphaModFix/>
          </a:blip>
          <a:stretch>
            <a:fillRect/>
          </a:stretch>
        </p:blipFill>
        <p:spPr>
          <a:xfrm>
            <a:off x="441950" y="1268750"/>
            <a:ext cx="8260076" cy="2674050"/>
          </a:xfrm>
          <a:prstGeom prst="rect">
            <a:avLst/>
          </a:prstGeom>
          <a:noFill/>
          <a:ln>
            <a:noFill/>
          </a:ln>
        </p:spPr>
      </p:pic>
      <p:sp>
        <p:nvSpPr>
          <p:cNvPr id="1019" name="Google Shape;1019;p34"/>
          <p:cNvSpPr txBox="1"/>
          <p:nvPr>
            <p:ph type="title"/>
          </p:nvPr>
        </p:nvSpPr>
        <p:spPr>
          <a:xfrm>
            <a:off x="567600" y="177875"/>
            <a:ext cx="7573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Stage 4: Kafka</a:t>
            </a:r>
            <a:endParaRPr/>
          </a:p>
        </p:txBody>
      </p:sp>
      <p:sp>
        <p:nvSpPr>
          <p:cNvPr id="1020" name="Google Shape;1020;p34"/>
          <p:cNvSpPr txBox="1"/>
          <p:nvPr>
            <p:ph idx="4294967295" type="subTitle"/>
          </p:nvPr>
        </p:nvSpPr>
        <p:spPr>
          <a:xfrm>
            <a:off x="2850925" y="4342375"/>
            <a:ext cx="1096200" cy="2883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1200"/>
              </a:spcAft>
              <a:buNone/>
            </a:pPr>
            <a:r>
              <a:rPr b="1" lang="en">
                <a:solidFill>
                  <a:srgbClr val="980000"/>
                </a:solidFill>
                <a:latin typeface="Albert Sans"/>
                <a:ea typeface="Albert Sans"/>
                <a:cs typeface="Albert Sans"/>
                <a:sym typeface="Albert Sans"/>
              </a:rPr>
              <a:t>We are here</a:t>
            </a:r>
            <a:endParaRPr b="1" sz="1100">
              <a:solidFill>
                <a:srgbClr val="980000"/>
              </a:solidFill>
              <a:latin typeface="Albert Sans"/>
              <a:ea typeface="Albert Sans"/>
              <a:cs typeface="Albert Sans"/>
              <a:sym typeface="Albert Sans"/>
            </a:endParaRPr>
          </a:p>
        </p:txBody>
      </p:sp>
      <p:cxnSp>
        <p:nvCxnSpPr>
          <p:cNvPr id="1021" name="Google Shape;1021;p34"/>
          <p:cNvCxnSpPr>
            <a:stCxn id="1020" idx="3"/>
          </p:cNvCxnSpPr>
          <p:nvPr/>
        </p:nvCxnSpPr>
        <p:spPr>
          <a:xfrm flipH="1" rot="10800000">
            <a:off x="3947125" y="4137025"/>
            <a:ext cx="383100" cy="349500"/>
          </a:xfrm>
          <a:prstGeom prst="straightConnector1">
            <a:avLst/>
          </a:prstGeom>
          <a:noFill/>
          <a:ln cap="flat" cmpd="sng" w="28575">
            <a:solidFill>
              <a:srgbClr val="00C3B1"/>
            </a:solidFill>
            <a:prstDash val="solid"/>
            <a:round/>
            <a:headEnd len="med" w="med" type="none"/>
            <a:tailEnd len="med" w="med" type="triangle"/>
          </a:ln>
        </p:spPr>
      </p:cxnSp>
      <p:sp>
        <p:nvSpPr>
          <p:cNvPr id="1022" name="Google Shape;1022;p34"/>
          <p:cNvSpPr/>
          <p:nvPr/>
        </p:nvSpPr>
        <p:spPr>
          <a:xfrm>
            <a:off x="3679725" y="2266800"/>
            <a:ext cx="1677300" cy="2012700"/>
          </a:xfrm>
          <a:prstGeom prst="ellipse">
            <a:avLst/>
          </a:prstGeom>
          <a:noFill/>
          <a:ln cap="flat" cmpd="sng" w="28575">
            <a:solidFill>
              <a:srgbClr val="869FB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Medium"/>
              <a:ea typeface="Albert Sans Medium"/>
              <a:cs typeface="Albert Sans Medium"/>
              <a:sym typeface="Albert Sans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35"/>
          <p:cNvSpPr txBox="1"/>
          <p:nvPr>
            <p:ph type="title"/>
          </p:nvPr>
        </p:nvSpPr>
        <p:spPr>
          <a:xfrm>
            <a:off x="567600" y="25407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Kafka</a:t>
            </a:r>
            <a:endParaRPr/>
          </a:p>
        </p:txBody>
      </p:sp>
      <p:sp>
        <p:nvSpPr>
          <p:cNvPr id="1028" name="Google Shape;1028;p35"/>
          <p:cNvSpPr txBox="1"/>
          <p:nvPr>
            <p:ph idx="2" type="title"/>
          </p:nvPr>
        </p:nvSpPr>
        <p:spPr>
          <a:xfrm>
            <a:off x="643800" y="958525"/>
            <a:ext cx="3522300" cy="49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About</a:t>
            </a:r>
            <a:endParaRPr/>
          </a:p>
        </p:txBody>
      </p:sp>
      <p:sp>
        <p:nvSpPr>
          <p:cNvPr id="1029" name="Google Shape;1029;p35"/>
          <p:cNvSpPr txBox="1"/>
          <p:nvPr>
            <p:ph idx="4294967295" type="subTitle"/>
          </p:nvPr>
        </p:nvSpPr>
        <p:spPr>
          <a:xfrm>
            <a:off x="643800" y="3143125"/>
            <a:ext cx="7704000" cy="15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following tasks were completed:</a:t>
            </a:r>
            <a:endParaRPr/>
          </a:p>
          <a:p>
            <a:pPr indent="-304800" lvl="0" marL="457200" rtl="0" algn="l">
              <a:spcBef>
                <a:spcPts val="1000"/>
              </a:spcBef>
              <a:spcAft>
                <a:spcPts val="0"/>
              </a:spcAft>
              <a:buSzPts val="1200"/>
              <a:buChar char="●"/>
            </a:pPr>
            <a:r>
              <a:rPr lang="en"/>
              <a:t>Using EC2 instance; set up and create Zookeeper, Kafka, and Debezium docker container</a:t>
            </a:r>
            <a:endParaRPr/>
          </a:p>
          <a:p>
            <a:pPr indent="-304800" lvl="0" marL="457200" rtl="0" algn="l">
              <a:spcBef>
                <a:spcPts val="0"/>
              </a:spcBef>
              <a:spcAft>
                <a:spcPts val="0"/>
              </a:spcAft>
              <a:buSzPts val="1200"/>
              <a:buChar char="●"/>
            </a:pPr>
            <a:r>
              <a:rPr lang="en"/>
              <a:t>L</a:t>
            </a:r>
            <a:r>
              <a:rPr lang="en"/>
              <a:t>ink the "kafka" container and another container named "zookeeper." It allows the "kafka" container to communicate with the "zookeeper" container using the hostname "zookeeper."</a:t>
            </a:r>
            <a:endParaRPr/>
          </a:p>
          <a:p>
            <a:pPr indent="-304800" lvl="0" marL="457200" rtl="0" algn="l">
              <a:spcBef>
                <a:spcPts val="0"/>
              </a:spcBef>
              <a:spcAft>
                <a:spcPts val="0"/>
              </a:spcAft>
              <a:buSzPts val="1200"/>
              <a:buChar char="●"/>
            </a:pPr>
            <a:r>
              <a:rPr lang="en"/>
              <a:t>Use Debezium connect container which will create a connection with Kafka, Zookeeper and MySQL containers.</a:t>
            </a:r>
            <a:endParaRPr/>
          </a:p>
        </p:txBody>
      </p:sp>
      <p:sp>
        <p:nvSpPr>
          <p:cNvPr id="1030" name="Google Shape;1030;p35"/>
          <p:cNvSpPr txBox="1"/>
          <p:nvPr>
            <p:ph idx="4294967295" type="subTitle"/>
          </p:nvPr>
        </p:nvSpPr>
        <p:spPr>
          <a:xfrm>
            <a:off x="6153375" y="1044650"/>
            <a:ext cx="2664000" cy="2404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a:latin typeface="Albert Sans"/>
                <a:ea typeface="Albert Sans"/>
                <a:cs typeface="Albert Sans"/>
                <a:sym typeface="Albert Sans"/>
              </a:rPr>
              <a:t>Tip</a:t>
            </a:r>
            <a:r>
              <a:rPr lang="en"/>
              <a:t>:</a:t>
            </a:r>
            <a:endParaRPr/>
          </a:p>
          <a:p>
            <a:pPr indent="-298450" lvl="0" marL="457200" rtl="0" algn="l">
              <a:lnSpc>
                <a:spcPct val="100000"/>
              </a:lnSpc>
              <a:spcBef>
                <a:spcPts val="1000"/>
              </a:spcBef>
              <a:spcAft>
                <a:spcPts val="0"/>
              </a:spcAft>
              <a:buSzPts val="1100"/>
              <a:buChar char="●"/>
            </a:pPr>
            <a:r>
              <a:rPr lang="en" sz="1100"/>
              <a:t>debezium/kafka:1.6 docker image was used</a:t>
            </a:r>
            <a:endParaRPr sz="1100"/>
          </a:p>
          <a:p>
            <a:pPr indent="-298450" lvl="0" marL="457200" rtl="0" algn="l">
              <a:lnSpc>
                <a:spcPct val="100000"/>
              </a:lnSpc>
              <a:spcBef>
                <a:spcPts val="1000"/>
              </a:spcBef>
              <a:spcAft>
                <a:spcPts val="1000"/>
              </a:spcAft>
              <a:buSzPts val="1100"/>
              <a:buChar char="●"/>
            </a:pPr>
            <a:r>
              <a:rPr lang="en" sz="1100"/>
              <a:t>debezium/connect:1.6 docker image was used</a:t>
            </a:r>
            <a:endParaRPr sz="1100"/>
          </a:p>
        </p:txBody>
      </p:sp>
      <p:sp>
        <p:nvSpPr>
          <p:cNvPr id="1031" name="Google Shape;1031;p35"/>
          <p:cNvSpPr txBox="1"/>
          <p:nvPr>
            <p:ph idx="2" type="title"/>
          </p:nvPr>
        </p:nvSpPr>
        <p:spPr>
          <a:xfrm>
            <a:off x="643800" y="2745050"/>
            <a:ext cx="3522300" cy="49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Tasks</a:t>
            </a:r>
            <a:endParaRPr/>
          </a:p>
        </p:txBody>
      </p:sp>
      <p:sp>
        <p:nvSpPr>
          <p:cNvPr id="1032" name="Google Shape;1032;p35"/>
          <p:cNvSpPr txBox="1"/>
          <p:nvPr>
            <p:ph idx="4294967295" type="subTitle"/>
          </p:nvPr>
        </p:nvSpPr>
        <p:spPr>
          <a:xfrm>
            <a:off x="643800" y="1357850"/>
            <a:ext cx="5521200" cy="139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Running Debezium involves Zookeeper, Kafka, and services that run Debezium's connectors.</a:t>
            </a:r>
            <a:endParaRPr/>
          </a:p>
          <a:p>
            <a:pPr indent="0" lvl="0" marL="0" rtl="0" algn="l">
              <a:spcBef>
                <a:spcPts val="1200"/>
              </a:spcBef>
              <a:spcAft>
                <a:spcPts val="1200"/>
              </a:spcAft>
              <a:buNone/>
            </a:pPr>
            <a:r>
              <a:rPr lang="en"/>
              <a:t>Debezium is built on top of Kafka and provides Kafka Connect compatible connectors that monitor specific database management systems. Debezium records the history of data changes in Kafka topics.</a:t>
            </a:r>
            <a:endParaRPr/>
          </a:p>
        </p:txBody>
      </p:sp>
      <p:sp>
        <p:nvSpPr>
          <p:cNvPr id="1033" name="Google Shape;1033;p35"/>
          <p:cNvSpPr txBox="1"/>
          <p:nvPr>
            <p:ph idx="2" type="title"/>
          </p:nvPr>
        </p:nvSpPr>
        <p:spPr>
          <a:xfrm>
            <a:off x="8424000" y="53750"/>
            <a:ext cx="606600" cy="49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1</a:t>
            </a:r>
            <a:r>
              <a:rPr lang="en"/>
              <a:t>/2</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36"/>
          <p:cNvSpPr txBox="1"/>
          <p:nvPr>
            <p:ph type="title"/>
          </p:nvPr>
        </p:nvSpPr>
        <p:spPr>
          <a:xfrm>
            <a:off x="567600" y="25407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Kafka</a:t>
            </a:r>
            <a:endParaRPr/>
          </a:p>
        </p:txBody>
      </p:sp>
      <p:sp>
        <p:nvSpPr>
          <p:cNvPr id="1039" name="Google Shape;1039;p36"/>
          <p:cNvSpPr txBox="1"/>
          <p:nvPr>
            <p:ph idx="4294967295" type="subTitle"/>
          </p:nvPr>
        </p:nvSpPr>
        <p:spPr>
          <a:xfrm>
            <a:off x="720000" y="1466725"/>
            <a:ext cx="5206200" cy="3066300"/>
          </a:xfrm>
          <a:prstGeom prst="rect">
            <a:avLst/>
          </a:prstGeom>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SzPts val="1200"/>
              <a:buChar char="●"/>
            </a:pPr>
            <a:r>
              <a:rPr lang="en"/>
              <a:t>At this stage there should be 5 containers running (in the order shown):</a:t>
            </a:r>
            <a:endParaRPr/>
          </a:p>
          <a:p>
            <a:pPr indent="-304800" lvl="1" marL="914400" rtl="0" algn="l">
              <a:lnSpc>
                <a:spcPct val="100000"/>
              </a:lnSpc>
              <a:spcBef>
                <a:spcPts val="0"/>
              </a:spcBef>
              <a:spcAft>
                <a:spcPts val="0"/>
              </a:spcAft>
              <a:buSzPts val="1200"/>
              <a:buChar char="○"/>
            </a:pPr>
            <a:r>
              <a:rPr lang="en"/>
              <a:t>debezium/example-mysql:1.6</a:t>
            </a:r>
            <a:endParaRPr/>
          </a:p>
          <a:p>
            <a:pPr indent="-304800" lvl="1" marL="914400" rtl="0" algn="l">
              <a:lnSpc>
                <a:spcPct val="100000"/>
              </a:lnSpc>
              <a:spcBef>
                <a:spcPts val="0"/>
              </a:spcBef>
              <a:spcAft>
                <a:spcPts val="0"/>
              </a:spcAft>
              <a:buSzPts val="1200"/>
              <a:buChar char="○"/>
            </a:pPr>
            <a:r>
              <a:rPr lang="en"/>
              <a:t>apache/nifi:1.12.0</a:t>
            </a:r>
            <a:endParaRPr/>
          </a:p>
          <a:p>
            <a:pPr indent="-304800" lvl="1" marL="914400" rtl="0" algn="l">
              <a:lnSpc>
                <a:spcPct val="100000"/>
              </a:lnSpc>
              <a:spcBef>
                <a:spcPts val="0"/>
              </a:spcBef>
              <a:spcAft>
                <a:spcPts val="0"/>
              </a:spcAft>
              <a:buSzPts val="1200"/>
              <a:buChar char="○"/>
            </a:pPr>
            <a:r>
              <a:rPr lang="en"/>
              <a:t>debezium/zookeeper:1.6</a:t>
            </a:r>
            <a:endParaRPr/>
          </a:p>
          <a:p>
            <a:pPr indent="-304800" lvl="1" marL="914400" rtl="0" algn="l">
              <a:lnSpc>
                <a:spcPct val="100000"/>
              </a:lnSpc>
              <a:spcBef>
                <a:spcPts val="0"/>
              </a:spcBef>
              <a:spcAft>
                <a:spcPts val="0"/>
              </a:spcAft>
              <a:buSzPts val="1200"/>
              <a:buChar char="○"/>
            </a:pPr>
            <a:r>
              <a:rPr lang="en"/>
              <a:t>debezium/kafka:1.6</a:t>
            </a:r>
            <a:endParaRPr/>
          </a:p>
          <a:p>
            <a:pPr indent="-304800" lvl="1" marL="914400" rtl="0" algn="l">
              <a:lnSpc>
                <a:spcPct val="100000"/>
              </a:lnSpc>
              <a:spcBef>
                <a:spcPts val="0"/>
              </a:spcBef>
              <a:spcAft>
                <a:spcPts val="0"/>
              </a:spcAft>
              <a:buSzPts val="1200"/>
              <a:buChar char="○"/>
            </a:pPr>
            <a:r>
              <a:rPr lang="en"/>
              <a:t>debezium/connect:1.6</a:t>
            </a:r>
            <a:endParaRPr/>
          </a:p>
          <a:p>
            <a:pPr indent="-304800" lvl="0" marL="457200" marR="0" rtl="0" algn="l">
              <a:lnSpc>
                <a:spcPct val="115000"/>
              </a:lnSpc>
              <a:spcBef>
                <a:spcPts val="0"/>
              </a:spcBef>
              <a:spcAft>
                <a:spcPts val="0"/>
              </a:spcAft>
              <a:buSzPts val="1200"/>
              <a:buChar char="●"/>
            </a:pPr>
            <a:r>
              <a:rPr lang="en"/>
              <a:t>E</a:t>
            </a:r>
            <a:r>
              <a:rPr lang="en"/>
              <a:t>nable MySQL debezium connector for Kafka Connect, so we can start monitoring changes in our MySQL target table using a curl command that creates a Kafka Connect connector named "inventory-connector_new" with specific configurations for connecting to a MySQL database and streaming data changes to a Kafka topic</a:t>
            </a:r>
            <a:endParaRPr/>
          </a:p>
          <a:p>
            <a:pPr indent="-304800" lvl="0" marL="457200" marR="0" rtl="0" algn="l">
              <a:lnSpc>
                <a:spcPct val="115000"/>
              </a:lnSpc>
              <a:spcBef>
                <a:spcPts val="0"/>
              </a:spcBef>
              <a:spcAft>
                <a:spcPts val="0"/>
              </a:spcAft>
              <a:buSzPts val="1200"/>
              <a:buChar char="●"/>
            </a:pPr>
            <a:r>
              <a:rPr lang="en"/>
              <a:t>Check if the Kafka topic was created and receiving data by exec into kafka docker container</a:t>
            </a:r>
            <a:endParaRPr/>
          </a:p>
        </p:txBody>
      </p:sp>
      <p:sp>
        <p:nvSpPr>
          <p:cNvPr id="1040" name="Google Shape;1040;p36"/>
          <p:cNvSpPr txBox="1"/>
          <p:nvPr>
            <p:ph idx="4294967295" type="subTitle"/>
          </p:nvPr>
        </p:nvSpPr>
        <p:spPr>
          <a:xfrm>
            <a:off x="6000975" y="1044650"/>
            <a:ext cx="2700300" cy="2708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a:latin typeface="Albert Sans"/>
                <a:ea typeface="Albert Sans"/>
                <a:cs typeface="Albert Sans"/>
                <a:sym typeface="Albert Sans"/>
              </a:rPr>
              <a:t>Tip</a:t>
            </a:r>
            <a:r>
              <a:rPr lang="en"/>
              <a:t>:</a:t>
            </a:r>
            <a:endParaRPr/>
          </a:p>
          <a:p>
            <a:pPr indent="-298450" lvl="0" marL="457200" rtl="0" algn="l">
              <a:lnSpc>
                <a:spcPct val="100000"/>
              </a:lnSpc>
              <a:spcBef>
                <a:spcPts val="1000"/>
              </a:spcBef>
              <a:spcAft>
                <a:spcPts val="0"/>
              </a:spcAft>
              <a:buSzPts val="1100"/>
              <a:buChar char="●"/>
            </a:pPr>
            <a:r>
              <a:rPr lang="en" sz="1100"/>
              <a:t>After stating mysql, nifi, zookeeper containers wait 3 seconds before starting kafka and connect containers</a:t>
            </a:r>
            <a:endParaRPr sz="1100"/>
          </a:p>
          <a:p>
            <a:pPr indent="-298450" lvl="0" marL="457200" rtl="0" algn="l">
              <a:lnSpc>
                <a:spcPct val="100000"/>
              </a:lnSpc>
              <a:spcBef>
                <a:spcPts val="1000"/>
              </a:spcBef>
              <a:spcAft>
                <a:spcPts val="0"/>
              </a:spcAft>
              <a:buSzPts val="1100"/>
              <a:buChar char="●"/>
            </a:pPr>
            <a:r>
              <a:rPr lang="en" sz="1100"/>
              <a:t>HTTP POST request to a Kafka Connect REST API running on localhost:8083</a:t>
            </a:r>
            <a:endParaRPr sz="1100"/>
          </a:p>
          <a:p>
            <a:pPr indent="-298450" lvl="0" marL="457200" rtl="0" algn="l">
              <a:lnSpc>
                <a:spcPct val="100000"/>
              </a:lnSpc>
              <a:spcBef>
                <a:spcPts val="1000"/>
              </a:spcBef>
              <a:spcAft>
                <a:spcPts val="1000"/>
              </a:spcAft>
              <a:buSzPts val="1100"/>
              <a:buChar char="●"/>
            </a:pPr>
            <a:r>
              <a:rPr lang="en" sz="1100"/>
              <a:t>Make sure you don't have a duplicate connector name otherwise the data won't be consumed</a:t>
            </a:r>
            <a:endParaRPr sz="1100"/>
          </a:p>
        </p:txBody>
      </p:sp>
      <p:sp>
        <p:nvSpPr>
          <p:cNvPr id="1041" name="Google Shape;1041;p36"/>
          <p:cNvSpPr txBox="1"/>
          <p:nvPr>
            <p:ph idx="2" type="title"/>
          </p:nvPr>
        </p:nvSpPr>
        <p:spPr>
          <a:xfrm>
            <a:off x="720000" y="992450"/>
            <a:ext cx="3522300" cy="49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Tasks</a:t>
            </a:r>
            <a:endParaRPr/>
          </a:p>
        </p:txBody>
      </p:sp>
      <p:sp>
        <p:nvSpPr>
          <p:cNvPr id="1042" name="Google Shape;1042;p36"/>
          <p:cNvSpPr txBox="1"/>
          <p:nvPr>
            <p:ph idx="2" type="title"/>
          </p:nvPr>
        </p:nvSpPr>
        <p:spPr>
          <a:xfrm>
            <a:off x="8424000" y="53750"/>
            <a:ext cx="3177600" cy="49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2/2</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pic>
        <p:nvPicPr>
          <p:cNvPr id="1047" name="Google Shape;1047;p37"/>
          <p:cNvPicPr preferRelativeResize="0"/>
          <p:nvPr/>
        </p:nvPicPr>
        <p:blipFill>
          <a:blip r:embed="rId3">
            <a:alphaModFix/>
          </a:blip>
          <a:stretch>
            <a:fillRect/>
          </a:stretch>
        </p:blipFill>
        <p:spPr>
          <a:xfrm>
            <a:off x="441950" y="1268750"/>
            <a:ext cx="8260076" cy="2674050"/>
          </a:xfrm>
          <a:prstGeom prst="rect">
            <a:avLst/>
          </a:prstGeom>
          <a:noFill/>
          <a:ln>
            <a:noFill/>
          </a:ln>
        </p:spPr>
      </p:pic>
      <p:sp>
        <p:nvSpPr>
          <p:cNvPr id="1048" name="Google Shape;1048;p37"/>
          <p:cNvSpPr txBox="1"/>
          <p:nvPr>
            <p:ph type="title"/>
          </p:nvPr>
        </p:nvSpPr>
        <p:spPr>
          <a:xfrm>
            <a:off x="567600" y="177875"/>
            <a:ext cx="7573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Stage 5: Spark Streaming</a:t>
            </a:r>
            <a:endParaRPr/>
          </a:p>
        </p:txBody>
      </p:sp>
      <p:sp>
        <p:nvSpPr>
          <p:cNvPr id="1049" name="Google Shape;1049;p37"/>
          <p:cNvSpPr txBox="1"/>
          <p:nvPr>
            <p:ph idx="4294967295" type="subTitle"/>
          </p:nvPr>
        </p:nvSpPr>
        <p:spPr>
          <a:xfrm>
            <a:off x="5481925" y="1059550"/>
            <a:ext cx="1096200" cy="2883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1200"/>
              </a:spcAft>
              <a:buNone/>
            </a:pPr>
            <a:r>
              <a:rPr b="1" lang="en">
                <a:solidFill>
                  <a:srgbClr val="980000"/>
                </a:solidFill>
                <a:latin typeface="Albert Sans"/>
                <a:ea typeface="Albert Sans"/>
                <a:cs typeface="Albert Sans"/>
                <a:sym typeface="Albert Sans"/>
              </a:rPr>
              <a:t>We are here</a:t>
            </a:r>
            <a:endParaRPr b="1" sz="1100">
              <a:solidFill>
                <a:srgbClr val="980000"/>
              </a:solidFill>
              <a:latin typeface="Albert Sans"/>
              <a:ea typeface="Albert Sans"/>
              <a:cs typeface="Albert Sans"/>
              <a:sym typeface="Albert Sans"/>
            </a:endParaRPr>
          </a:p>
        </p:txBody>
      </p:sp>
      <p:cxnSp>
        <p:nvCxnSpPr>
          <p:cNvPr id="1050" name="Google Shape;1050;p37"/>
          <p:cNvCxnSpPr/>
          <p:nvPr/>
        </p:nvCxnSpPr>
        <p:spPr>
          <a:xfrm flipH="1" rot="10800000">
            <a:off x="5167200" y="1197875"/>
            <a:ext cx="383100" cy="349500"/>
          </a:xfrm>
          <a:prstGeom prst="straightConnector1">
            <a:avLst/>
          </a:prstGeom>
          <a:noFill/>
          <a:ln cap="flat" cmpd="sng" w="28575">
            <a:solidFill>
              <a:srgbClr val="00C3B1"/>
            </a:solidFill>
            <a:prstDash val="solid"/>
            <a:round/>
            <a:headEnd len="med" w="med" type="none"/>
            <a:tailEnd len="med" w="med" type="triangle"/>
          </a:ln>
        </p:spPr>
      </p:cxnSp>
      <p:sp>
        <p:nvSpPr>
          <p:cNvPr id="1051" name="Google Shape;1051;p37"/>
          <p:cNvSpPr/>
          <p:nvPr/>
        </p:nvSpPr>
        <p:spPr>
          <a:xfrm>
            <a:off x="3875400" y="1118775"/>
            <a:ext cx="1291800" cy="1103400"/>
          </a:xfrm>
          <a:prstGeom prst="ellipse">
            <a:avLst/>
          </a:prstGeom>
          <a:noFill/>
          <a:ln cap="flat" cmpd="sng" w="28575">
            <a:solidFill>
              <a:srgbClr val="869FB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Medium"/>
              <a:ea typeface="Albert Sans Medium"/>
              <a:cs typeface="Albert Sans Medium"/>
              <a:sym typeface="Albert Sans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38"/>
          <p:cNvSpPr txBox="1"/>
          <p:nvPr>
            <p:ph type="title"/>
          </p:nvPr>
        </p:nvSpPr>
        <p:spPr>
          <a:xfrm>
            <a:off x="567600" y="25407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Spark Streaming</a:t>
            </a:r>
            <a:endParaRPr/>
          </a:p>
        </p:txBody>
      </p:sp>
      <p:sp>
        <p:nvSpPr>
          <p:cNvPr id="1057" name="Google Shape;1057;p38"/>
          <p:cNvSpPr txBox="1"/>
          <p:nvPr>
            <p:ph idx="2" type="title"/>
          </p:nvPr>
        </p:nvSpPr>
        <p:spPr>
          <a:xfrm>
            <a:off x="720000" y="958525"/>
            <a:ext cx="3522300" cy="49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About</a:t>
            </a:r>
            <a:endParaRPr/>
          </a:p>
        </p:txBody>
      </p:sp>
      <p:sp>
        <p:nvSpPr>
          <p:cNvPr id="1058" name="Google Shape;1058;p38"/>
          <p:cNvSpPr txBox="1"/>
          <p:nvPr>
            <p:ph idx="4294967295" type="subTitle"/>
          </p:nvPr>
        </p:nvSpPr>
        <p:spPr>
          <a:xfrm>
            <a:off x="720000" y="2685925"/>
            <a:ext cx="7704000" cy="139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following tasks were completed:</a:t>
            </a:r>
            <a:endParaRPr/>
          </a:p>
          <a:p>
            <a:pPr indent="-304800" lvl="0" marL="457200" rtl="0" algn="l">
              <a:spcBef>
                <a:spcPts val="1000"/>
              </a:spcBef>
              <a:spcAft>
                <a:spcPts val="0"/>
              </a:spcAft>
              <a:buSzPts val="1200"/>
              <a:buChar char="●"/>
            </a:pPr>
            <a:r>
              <a:rPr lang="en"/>
              <a:t>Using EC2 instance; install spark </a:t>
            </a:r>
            <a:r>
              <a:rPr lang="en"/>
              <a:t>dependencies and packages</a:t>
            </a:r>
            <a:r>
              <a:rPr lang="en"/>
              <a:t> on EC2</a:t>
            </a:r>
            <a:endParaRPr/>
          </a:p>
          <a:p>
            <a:pPr indent="-304800" lvl="0" marL="457200" rtl="0" algn="l">
              <a:spcBef>
                <a:spcPts val="0"/>
              </a:spcBef>
              <a:spcAft>
                <a:spcPts val="0"/>
              </a:spcAft>
              <a:buSzPts val="1200"/>
              <a:buChar char="●"/>
            </a:pPr>
            <a:r>
              <a:rPr lang="en"/>
              <a:t>F</a:t>
            </a:r>
            <a:r>
              <a:rPr lang="en"/>
              <a:t>or pyspark to talk to kafka we need to install few packages in bin of spark-3.3.3-bin-hadoop3</a:t>
            </a:r>
            <a:endParaRPr/>
          </a:p>
          <a:p>
            <a:pPr indent="-304800" lvl="0" marL="457200" rtl="0" algn="l">
              <a:spcBef>
                <a:spcPts val="0"/>
              </a:spcBef>
              <a:spcAft>
                <a:spcPts val="0"/>
              </a:spcAft>
              <a:buSzPts val="1200"/>
              <a:buChar char="●"/>
            </a:pPr>
            <a:r>
              <a:rPr lang="en"/>
              <a:t>Transform messages from Kafka into desired format using spark streaming and the schema provided</a:t>
            </a:r>
            <a:endParaRPr/>
          </a:p>
        </p:txBody>
      </p:sp>
      <p:sp>
        <p:nvSpPr>
          <p:cNvPr id="1059" name="Google Shape;1059;p38"/>
          <p:cNvSpPr txBox="1"/>
          <p:nvPr>
            <p:ph idx="4294967295" type="subTitle"/>
          </p:nvPr>
        </p:nvSpPr>
        <p:spPr>
          <a:xfrm>
            <a:off x="6000975" y="1044650"/>
            <a:ext cx="2700300" cy="139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a:latin typeface="Albert Sans"/>
                <a:ea typeface="Albert Sans"/>
                <a:cs typeface="Albert Sans"/>
                <a:sym typeface="Albert Sans"/>
              </a:rPr>
              <a:t>Tip</a:t>
            </a:r>
            <a:r>
              <a:rPr lang="en"/>
              <a:t>:</a:t>
            </a:r>
            <a:endParaRPr/>
          </a:p>
          <a:p>
            <a:pPr indent="-298450" lvl="0" marL="457200" rtl="0" algn="l">
              <a:lnSpc>
                <a:spcPct val="100000"/>
              </a:lnSpc>
              <a:spcBef>
                <a:spcPts val="1000"/>
              </a:spcBef>
              <a:spcAft>
                <a:spcPts val="0"/>
              </a:spcAft>
              <a:buSzPts val="1100"/>
              <a:buChar char="●"/>
            </a:pPr>
            <a:r>
              <a:rPr lang="en" sz="1100"/>
              <a:t>Spark-3.3.3-bin-hadoop3 is to be installed</a:t>
            </a:r>
            <a:endParaRPr sz="1100"/>
          </a:p>
        </p:txBody>
      </p:sp>
      <p:sp>
        <p:nvSpPr>
          <p:cNvPr id="1060" name="Google Shape;1060;p38"/>
          <p:cNvSpPr txBox="1"/>
          <p:nvPr>
            <p:ph idx="2" type="title"/>
          </p:nvPr>
        </p:nvSpPr>
        <p:spPr>
          <a:xfrm>
            <a:off x="720000" y="2287850"/>
            <a:ext cx="3522300" cy="49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Tasks</a:t>
            </a:r>
            <a:endParaRPr/>
          </a:p>
        </p:txBody>
      </p:sp>
      <p:sp>
        <p:nvSpPr>
          <p:cNvPr id="1061" name="Google Shape;1061;p38"/>
          <p:cNvSpPr txBox="1"/>
          <p:nvPr>
            <p:ph idx="4294967295" type="subTitle"/>
          </p:nvPr>
        </p:nvSpPr>
        <p:spPr>
          <a:xfrm>
            <a:off x="720000" y="1357850"/>
            <a:ext cx="5521200" cy="16158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Spark </a:t>
            </a:r>
            <a:r>
              <a:rPr lang="en"/>
              <a:t>Structured</a:t>
            </a:r>
            <a:r>
              <a:rPr lang="en"/>
              <a:t> Streaming</a:t>
            </a:r>
            <a:r>
              <a:rPr lang="en"/>
              <a:t> is a distributed platform that turns your existing databases into event streams, so applications can quickly react to each row-level change in the databases.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p39"/>
          <p:cNvSpPr txBox="1"/>
          <p:nvPr>
            <p:ph type="title"/>
          </p:nvPr>
        </p:nvSpPr>
        <p:spPr>
          <a:xfrm>
            <a:off x="567600" y="25407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Spark Streaming</a:t>
            </a:r>
            <a:endParaRPr/>
          </a:p>
        </p:txBody>
      </p:sp>
      <p:sp>
        <p:nvSpPr>
          <p:cNvPr id="1067" name="Google Shape;1067;p39"/>
          <p:cNvSpPr txBox="1"/>
          <p:nvPr>
            <p:ph idx="2" type="title"/>
          </p:nvPr>
        </p:nvSpPr>
        <p:spPr>
          <a:xfrm>
            <a:off x="720000" y="958525"/>
            <a:ext cx="3522300" cy="49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Sample Output</a:t>
            </a:r>
            <a:endParaRPr/>
          </a:p>
        </p:txBody>
      </p:sp>
      <p:sp>
        <p:nvSpPr>
          <p:cNvPr id="1068" name="Google Shape;1068;p39"/>
          <p:cNvSpPr txBox="1"/>
          <p:nvPr>
            <p:ph idx="4294967295" type="subTitle"/>
          </p:nvPr>
        </p:nvSpPr>
        <p:spPr>
          <a:xfrm>
            <a:off x="720000" y="1357850"/>
            <a:ext cx="5521200" cy="810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Here is a view of Kafka message consumed using Spark Streaming</a:t>
            </a:r>
            <a:endParaRPr/>
          </a:p>
        </p:txBody>
      </p:sp>
      <p:pic>
        <p:nvPicPr>
          <p:cNvPr id="1069" name="Google Shape;1069;p39"/>
          <p:cNvPicPr preferRelativeResize="0"/>
          <p:nvPr/>
        </p:nvPicPr>
        <p:blipFill>
          <a:blip r:embed="rId3">
            <a:alphaModFix/>
          </a:blip>
          <a:stretch>
            <a:fillRect/>
          </a:stretch>
        </p:blipFill>
        <p:spPr>
          <a:xfrm>
            <a:off x="863475" y="1905450"/>
            <a:ext cx="6187674" cy="26708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pic>
        <p:nvPicPr>
          <p:cNvPr id="1074" name="Google Shape;1074;p40"/>
          <p:cNvPicPr preferRelativeResize="0"/>
          <p:nvPr/>
        </p:nvPicPr>
        <p:blipFill>
          <a:blip r:embed="rId3">
            <a:alphaModFix/>
          </a:blip>
          <a:stretch>
            <a:fillRect/>
          </a:stretch>
        </p:blipFill>
        <p:spPr>
          <a:xfrm>
            <a:off x="441950" y="1268750"/>
            <a:ext cx="8260076" cy="2674050"/>
          </a:xfrm>
          <a:prstGeom prst="rect">
            <a:avLst/>
          </a:prstGeom>
          <a:noFill/>
          <a:ln>
            <a:noFill/>
          </a:ln>
        </p:spPr>
      </p:pic>
      <p:sp>
        <p:nvSpPr>
          <p:cNvPr id="1075" name="Google Shape;1075;p40"/>
          <p:cNvSpPr txBox="1"/>
          <p:nvPr>
            <p:ph type="title"/>
          </p:nvPr>
        </p:nvSpPr>
        <p:spPr>
          <a:xfrm>
            <a:off x="567600" y="177875"/>
            <a:ext cx="7573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Stage 6: Hudi/S3 Bucket</a:t>
            </a:r>
            <a:endParaRPr/>
          </a:p>
        </p:txBody>
      </p:sp>
      <p:sp>
        <p:nvSpPr>
          <p:cNvPr id="1076" name="Google Shape;1076;p40"/>
          <p:cNvSpPr txBox="1"/>
          <p:nvPr>
            <p:ph idx="4294967295" type="subTitle"/>
          </p:nvPr>
        </p:nvSpPr>
        <p:spPr>
          <a:xfrm>
            <a:off x="7005925" y="1211950"/>
            <a:ext cx="1096200" cy="2883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1200"/>
              </a:spcAft>
              <a:buNone/>
            </a:pPr>
            <a:r>
              <a:rPr b="1" lang="en">
                <a:solidFill>
                  <a:srgbClr val="980000"/>
                </a:solidFill>
                <a:latin typeface="Albert Sans"/>
                <a:ea typeface="Albert Sans"/>
                <a:cs typeface="Albert Sans"/>
                <a:sym typeface="Albert Sans"/>
              </a:rPr>
              <a:t>We are here</a:t>
            </a:r>
            <a:endParaRPr b="1" sz="1100">
              <a:solidFill>
                <a:srgbClr val="980000"/>
              </a:solidFill>
              <a:latin typeface="Albert Sans"/>
              <a:ea typeface="Albert Sans"/>
              <a:cs typeface="Albert Sans"/>
              <a:sym typeface="Albert Sans"/>
            </a:endParaRPr>
          </a:p>
        </p:txBody>
      </p:sp>
      <p:cxnSp>
        <p:nvCxnSpPr>
          <p:cNvPr id="1077" name="Google Shape;1077;p40"/>
          <p:cNvCxnSpPr/>
          <p:nvPr/>
        </p:nvCxnSpPr>
        <p:spPr>
          <a:xfrm flipH="1" rot="10800000">
            <a:off x="6691200" y="1350275"/>
            <a:ext cx="383100" cy="349500"/>
          </a:xfrm>
          <a:prstGeom prst="straightConnector1">
            <a:avLst/>
          </a:prstGeom>
          <a:noFill/>
          <a:ln cap="flat" cmpd="sng" w="28575">
            <a:solidFill>
              <a:srgbClr val="00C3B1"/>
            </a:solidFill>
            <a:prstDash val="solid"/>
            <a:round/>
            <a:headEnd len="med" w="med" type="none"/>
            <a:tailEnd len="med" w="med" type="triangle"/>
          </a:ln>
        </p:spPr>
      </p:cxnSp>
      <p:sp>
        <p:nvSpPr>
          <p:cNvPr id="1078" name="Google Shape;1078;p40"/>
          <p:cNvSpPr/>
          <p:nvPr/>
        </p:nvSpPr>
        <p:spPr>
          <a:xfrm>
            <a:off x="5551800" y="1499775"/>
            <a:ext cx="1291800" cy="1545900"/>
          </a:xfrm>
          <a:prstGeom prst="ellipse">
            <a:avLst/>
          </a:prstGeom>
          <a:noFill/>
          <a:ln cap="flat" cmpd="sng" w="28575">
            <a:solidFill>
              <a:srgbClr val="869FB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Medium"/>
              <a:ea typeface="Albert Sans Medium"/>
              <a:cs typeface="Albert Sans Medium"/>
              <a:sym typeface="Albert Sans Medium"/>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41"/>
          <p:cNvSpPr txBox="1"/>
          <p:nvPr>
            <p:ph type="title"/>
          </p:nvPr>
        </p:nvSpPr>
        <p:spPr>
          <a:xfrm>
            <a:off x="567600" y="25407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Hudi/S3 Bucket</a:t>
            </a:r>
            <a:endParaRPr/>
          </a:p>
        </p:txBody>
      </p:sp>
      <p:sp>
        <p:nvSpPr>
          <p:cNvPr id="1084" name="Google Shape;1084;p41"/>
          <p:cNvSpPr txBox="1"/>
          <p:nvPr>
            <p:ph idx="2" type="title"/>
          </p:nvPr>
        </p:nvSpPr>
        <p:spPr>
          <a:xfrm>
            <a:off x="720000" y="958525"/>
            <a:ext cx="3522300" cy="49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About</a:t>
            </a:r>
            <a:endParaRPr/>
          </a:p>
        </p:txBody>
      </p:sp>
      <p:sp>
        <p:nvSpPr>
          <p:cNvPr id="1085" name="Google Shape;1085;p41"/>
          <p:cNvSpPr txBox="1"/>
          <p:nvPr>
            <p:ph idx="4294967295" type="subTitle"/>
          </p:nvPr>
        </p:nvSpPr>
        <p:spPr>
          <a:xfrm>
            <a:off x="720000" y="3143125"/>
            <a:ext cx="7704000" cy="139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following tasks were completed:</a:t>
            </a:r>
            <a:endParaRPr/>
          </a:p>
          <a:p>
            <a:pPr indent="-304800" lvl="0" marL="457200" rtl="0" algn="l">
              <a:spcBef>
                <a:spcPts val="1000"/>
              </a:spcBef>
              <a:spcAft>
                <a:spcPts val="0"/>
              </a:spcAft>
              <a:buSzPts val="1200"/>
              <a:buChar char="●"/>
            </a:pPr>
            <a:r>
              <a:rPr lang="en"/>
              <a:t>Give </a:t>
            </a:r>
            <a:r>
              <a:rPr lang="en"/>
              <a:t>appropriate</a:t>
            </a:r>
            <a:r>
              <a:rPr lang="en"/>
              <a:t> access to access S3 Bucket from different AWS services</a:t>
            </a:r>
            <a:endParaRPr/>
          </a:p>
          <a:p>
            <a:pPr indent="-304800" lvl="0" marL="457200" rtl="0" algn="l">
              <a:spcBef>
                <a:spcPts val="0"/>
              </a:spcBef>
              <a:spcAft>
                <a:spcPts val="0"/>
              </a:spcAft>
              <a:buSzPts val="1200"/>
              <a:buChar char="●"/>
            </a:pPr>
            <a:r>
              <a:rPr lang="en"/>
              <a:t>S</a:t>
            </a:r>
            <a:r>
              <a:rPr lang="en"/>
              <a:t>ubmit a PySpark application for execution. The application is designed to work with Apache Kafka and Apache Hudi, with optimized serialization for performance. The application runs in client mode, meaning the Spark driver will run on the machine where the command is executed.</a:t>
            </a:r>
            <a:endParaRPr/>
          </a:p>
        </p:txBody>
      </p:sp>
      <p:sp>
        <p:nvSpPr>
          <p:cNvPr id="1086" name="Google Shape;1086;p41"/>
          <p:cNvSpPr txBox="1"/>
          <p:nvPr>
            <p:ph idx="4294967295" type="subTitle"/>
          </p:nvPr>
        </p:nvSpPr>
        <p:spPr>
          <a:xfrm>
            <a:off x="6686775" y="1044650"/>
            <a:ext cx="2142600" cy="1863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a:latin typeface="Albert Sans"/>
                <a:ea typeface="Albert Sans"/>
                <a:cs typeface="Albert Sans"/>
                <a:sym typeface="Albert Sans"/>
              </a:rPr>
              <a:t>Tip</a:t>
            </a:r>
            <a:r>
              <a:rPr lang="en"/>
              <a:t>:</a:t>
            </a:r>
            <a:endParaRPr/>
          </a:p>
          <a:p>
            <a:pPr indent="-298450" lvl="0" marL="457200" rtl="0" algn="l">
              <a:lnSpc>
                <a:spcPct val="100000"/>
              </a:lnSpc>
              <a:spcBef>
                <a:spcPts val="1000"/>
              </a:spcBef>
              <a:spcAft>
                <a:spcPts val="0"/>
              </a:spcAft>
              <a:buSzPts val="1100"/>
              <a:buChar char="●"/>
            </a:pPr>
            <a:r>
              <a:rPr lang="en" sz="1100"/>
              <a:t>Version 0.12.3 of Hudi is to be used</a:t>
            </a:r>
            <a:endParaRPr sz="1100"/>
          </a:p>
          <a:p>
            <a:pPr indent="-298450" lvl="0" marL="457200" rtl="0" algn="l">
              <a:lnSpc>
                <a:spcPct val="100000"/>
              </a:lnSpc>
              <a:spcBef>
                <a:spcPts val="1000"/>
              </a:spcBef>
              <a:spcAft>
                <a:spcPts val="1000"/>
              </a:spcAft>
              <a:buSzPts val="1100"/>
              <a:buChar char="●"/>
            </a:pPr>
            <a:r>
              <a:rPr lang="en" sz="1100"/>
              <a:t>org.apache.hudi:hudi-spark3-bundle_2.12:0.12.3: This library is for using Apache Hudi with Spark</a:t>
            </a:r>
            <a:endParaRPr sz="1100"/>
          </a:p>
        </p:txBody>
      </p:sp>
      <p:sp>
        <p:nvSpPr>
          <p:cNvPr id="1087" name="Google Shape;1087;p41"/>
          <p:cNvSpPr txBox="1"/>
          <p:nvPr>
            <p:ph idx="2" type="title"/>
          </p:nvPr>
        </p:nvSpPr>
        <p:spPr>
          <a:xfrm>
            <a:off x="720000" y="2745050"/>
            <a:ext cx="3522300" cy="49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Tasks</a:t>
            </a:r>
            <a:endParaRPr/>
          </a:p>
        </p:txBody>
      </p:sp>
      <p:sp>
        <p:nvSpPr>
          <p:cNvPr id="1088" name="Google Shape;1088;p41"/>
          <p:cNvSpPr txBox="1"/>
          <p:nvPr>
            <p:ph idx="4294967295" type="subTitle"/>
          </p:nvPr>
        </p:nvSpPr>
        <p:spPr>
          <a:xfrm>
            <a:off x="720000" y="1357850"/>
            <a:ext cx="6082800" cy="16158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Apache Hudi is used with Amazon S3 to enable advanced data management features like efficient upserts, deletes, and incremental processing for data stored in S3 buckets, enhancing data lake capabilities. This combination allows for optimized query performance, real-time data processing, and improved data consistency and accessibility in large-scale data environments.</a:t>
            </a:r>
            <a:endParaRPr/>
          </a:p>
        </p:txBody>
      </p:sp>
      <p:sp>
        <p:nvSpPr>
          <p:cNvPr id="1089" name="Google Shape;1089;p41"/>
          <p:cNvSpPr txBox="1"/>
          <p:nvPr>
            <p:ph idx="2" type="title"/>
          </p:nvPr>
        </p:nvSpPr>
        <p:spPr>
          <a:xfrm>
            <a:off x="8424000" y="53750"/>
            <a:ext cx="606600" cy="49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1/2</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42"/>
          <p:cNvSpPr txBox="1"/>
          <p:nvPr>
            <p:ph type="title"/>
          </p:nvPr>
        </p:nvSpPr>
        <p:spPr>
          <a:xfrm>
            <a:off x="567600" y="25407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Hudi/S3 Bucket</a:t>
            </a:r>
            <a:endParaRPr/>
          </a:p>
        </p:txBody>
      </p:sp>
      <p:sp>
        <p:nvSpPr>
          <p:cNvPr id="1095" name="Google Shape;1095;p42"/>
          <p:cNvSpPr txBox="1"/>
          <p:nvPr>
            <p:ph idx="2" type="title"/>
          </p:nvPr>
        </p:nvSpPr>
        <p:spPr>
          <a:xfrm>
            <a:off x="720000" y="958525"/>
            <a:ext cx="3522300" cy="49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Tasks</a:t>
            </a:r>
            <a:endParaRPr/>
          </a:p>
        </p:txBody>
      </p:sp>
      <p:sp>
        <p:nvSpPr>
          <p:cNvPr id="1096" name="Google Shape;1096;p42"/>
          <p:cNvSpPr txBox="1"/>
          <p:nvPr>
            <p:ph idx="4294967295" type="subTitle"/>
          </p:nvPr>
        </p:nvSpPr>
        <p:spPr>
          <a:xfrm>
            <a:off x="720000" y="1448725"/>
            <a:ext cx="5189100" cy="311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following </a:t>
            </a:r>
            <a:r>
              <a:rPr lang="en"/>
              <a:t>objects</a:t>
            </a:r>
            <a:r>
              <a:rPr lang="en"/>
              <a:t> were created in S3 bucket:</a:t>
            </a:r>
            <a:endParaRPr/>
          </a:p>
          <a:p>
            <a:pPr indent="-304800" lvl="0" marL="457200" rtl="0" algn="l">
              <a:spcBef>
                <a:spcPts val="1000"/>
              </a:spcBef>
              <a:spcAft>
                <a:spcPts val="0"/>
              </a:spcAft>
              <a:buSzPts val="1200"/>
              <a:buFont typeface="Albert Sans"/>
              <a:buChar char="●"/>
            </a:pPr>
            <a:r>
              <a:rPr lang="en">
                <a:solidFill>
                  <a:schemeClr val="hlink"/>
                </a:solidFill>
                <a:uFill>
                  <a:noFill/>
                </a:uFill>
                <a:hlinkClick r:id="rId3"/>
              </a:rPr>
              <a:t>artifacts</a:t>
            </a:r>
            <a:r>
              <a:rPr lang="en"/>
              <a:t>: </a:t>
            </a:r>
            <a:r>
              <a:rPr lang="en"/>
              <a:t>to store schema json</a:t>
            </a:r>
            <a:endParaRPr/>
          </a:p>
          <a:p>
            <a:pPr indent="-304800" lvl="0" marL="457200" rtl="0" algn="l">
              <a:spcBef>
                <a:spcPts val="0"/>
              </a:spcBef>
              <a:spcAft>
                <a:spcPts val="0"/>
              </a:spcAft>
              <a:buSzPts val="1200"/>
              <a:buFont typeface="Albert Sans"/>
              <a:buChar char="●"/>
            </a:pPr>
            <a:r>
              <a:rPr lang="en"/>
              <a:t>output: </a:t>
            </a:r>
            <a:r>
              <a:rPr lang="en"/>
              <a:t>to store output data</a:t>
            </a:r>
            <a:endParaRPr/>
          </a:p>
          <a:p>
            <a:pPr indent="-304800" lvl="0" marL="457200" rtl="0" algn="l">
              <a:spcBef>
                <a:spcPts val="0"/>
              </a:spcBef>
              <a:spcAft>
                <a:spcPts val="0"/>
              </a:spcAft>
              <a:buSzPts val="1200"/>
              <a:buChar char="●"/>
            </a:pPr>
            <a:r>
              <a:rPr lang="en"/>
              <a:t>athena-output: output stored to be queried in athena</a:t>
            </a:r>
            <a:endParaRPr/>
          </a:p>
          <a:p>
            <a:pPr indent="-304800" lvl="0" marL="457200" rtl="0" algn="l">
              <a:spcBef>
                <a:spcPts val="0"/>
              </a:spcBef>
              <a:spcAft>
                <a:spcPts val="0"/>
              </a:spcAft>
              <a:buSzPts val="1200"/>
              <a:buChar char="●"/>
            </a:pPr>
            <a:r>
              <a:rPr lang="en"/>
              <a:t>checkpoint: </a:t>
            </a:r>
            <a:r>
              <a:rPr lang="en"/>
              <a:t>to store data incase of an emergency and restoring purposes</a:t>
            </a:r>
            <a:endParaRPr/>
          </a:p>
        </p:txBody>
      </p:sp>
      <p:sp>
        <p:nvSpPr>
          <p:cNvPr id="1097" name="Google Shape;1097;p42"/>
          <p:cNvSpPr txBox="1"/>
          <p:nvPr>
            <p:ph idx="4294967295" type="subTitle"/>
          </p:nvPr>
        </p:nvSpPr>
        <p:spPr>
          <a:xfrm>
            <a:off x="6000975" y="1044650"/>
            <a:ext cx="2834700" cy="139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a:latin typeface="Albert Sans"/>
                <a:ea typeface="Albert Sans"/>
                <a:cs typeface="Albert Sans"/>
                <a:sym typeface="Albert Sans"/>
              </a:rPr>
              <a:t>Tip</a:t>
            </a:r>
            <a:r>
              <a:rPr lang="en"/>
              <a:t>:</a:t>
            </a:r>
            <a:endParaRPr/>
          </a:p>
          <a:p>
            <a:pPr indent="-298450" lvl="0" marL="457200" rtl="0" algn="l">
              <a:lnSpc>
                <a:spcPct val="100000"/>
              </a:lnSpc>
              <a:spcBef>
                <a:spcPts val="1000"/>
              </a:spcBef>
              <a:spcAft>
                <a:spcPts val="0"/>
              </a:spcAft>
              <a:buSzPts val="1100"/>
              <a:buChar char="●"/>
            </a:pPr>
            <a:r>
              <a:rPr lang="en" sz="1100"/>
              <a:t>COW is used in Hudi</a:t>
            </a:r>
            <a:endParaRPr sz="1100"/>
          </a:p>
          <a:p>
            <a:pPr indent="-298450" lvl="0" marL="457200" rtl="0" algn="l">
              <a:lnSpc>
                <a:spcPct val="100000"/>
              </a:lnSpc>
              <a:spcBef>
                <a:spcPts val="1000"/>
              </a:spcBef>
              <a:spcAft>
                <a:spcPts val="1000"/>
              </a:spcAft>
              <a:buSzPts val="1100"/>
              <a:buChar char="●"/>
            </a:pPr>
            <a:r>
              <a:rPr lang="en" sz="1100"/>
              <a:t>"Append" mode is used in Hudi</a:t>
            </a:r>
            <a:endParaRPr sz="1100"/>
          </a:p>
        </p:txBody>
      </p:sp>
      <p:sp>
        <p:nvSpPr>
          <p:cNvPr id="1098" name="Google Shape;1098;p42"/>
          <p:cNvSpPr txBox="1"/>
          <p:nvPr>
            <p:ph idx="2" type="title"/>
          </p:nvPr>
        </p:nvSpPr>
        <p:spPr>
          <a:xfrm>
            <a:off x="8424000" y="53750"/>
            <a:ext cx="606600" cy="49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2</a:t>
            </a:r>
            <a:r>
              <a:rPr lang="en"/>
              <a:t>/2</a:t>
            </a:r>
            <a:endParaRPr/>
          </a:p>
        </p:txBody>
      </p:sp>
      <p:pic>
        <p:nvPicPr>
          <p:cNvPr id="1099" name="Google Shape;1099;p42"/>
          <p:cNvPicPr preferRelativeResize="0"/>
          <p:nvPr/>
        </p:nvPicPr>
        <p:blipFill rotWithShape="1">
          <a:blip r:embed="rId4">
            <a:alphaModFix/>
          </a:blip>
          <a:srcRect b="0" l="872" r="0" t="0"/>
          <a:stretch/>
        </p:blipFill>
        <p:spPr>
          <a:xfrm>
            <a:off x="575600" y="3071300"/>
            <a:ext cx="6897526" cy="19603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pic>
        <p:nvPicPr>
          <p:cNvPr id="1104" name="Google Shape;1104;p43"/>
          <p:cNvPicPr preferRelativeResize="0"/>
          <p:nvPr/>
        </p:nvPicPr>
        <p:blipFill>
          <a:blip r:embed="rId3">
            <a:alphaModFix/>
          </a:blip>
          <a:stretch>
            <a:fillRect/>
          </a:stretch>
        </p:blipFill>
        <p:spPr>
          <a:xfrm>
            <a:off x="441950" y="1268750"/>
            <a:ext cx="8260076" cy="2674050"/>
          </a:xfrm>
          <a:prstGeom prst="rect">
            <a:avLst/>
          </a:prstGeom>
          <a:noFill/>
          <a:ln>
            <a:noFill/>
          </a:ln>
        </p:spPr>
      </p:pic>
      <p:sp>
        <p:nvSpPr>
          <p:cNvPr id="1105" name="Google Shape;1105;p43"/>
          <p:cNvSpPr txBox="1"/>
          <p:nvPr>
            <p:ph type="title"/>
          </p:nvPr>
        </p:nvSpPr>
        <p:spPr>
          <a:xfrm>
            <a:off x="567600" y="177875"/>
            <a:ext cx="75735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Stage 7: Athena/Data Studio</a:t>
            </a:r>
            <a:endParaRPr/>
          </a:p>
        </p:txBody>
      </p:sp>
      <p:sp>
        <p:nvSpPr>
          <p:cNvPr id="1106" name="Google Shape;1106;p43"/>
          <p:cNvSpPr txBox="1"/>
          <p:nvPr>
            <p:ph idx="4294967295" type="subTitle"/>
          </p:nvPr>
        </p:nvSpPr>
        <p:spPr>
          <a:xfrm>
            <a:off x="7158325" y="3802750"/>
            <a:ext cx="1096200" cy="2883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1200"/>
              </a:spcAft>
              <a:buNone/>
            </a:pPr>
            <a:r>
              <a:rPr b="1" lang="en">
                <a:solidFill>
                  <a:srgbClr val="980000"/>
                </a:solidFill>
                <a:latin typeface="Albert Sans"/>
                <a:ea typeface="Albert Sans"/>
                <a:cs typeface="Albert Sans"/>
                <a:sym typeface="Albert Sans"/>
              </a:rPr>
              <a:t>We are here</a:t>
            </a:r>
            <a:endParaRPr b="1" sz="1100">
              <a:solidFill>
                <a:srgbClr val="980000"/>
              </a:solidFill>
              <a:latin typeface="Albert Sans"/>
              <a:ea typeface="Albert Sans"/>
              <a:cs typeface="Albert Sans"/>
              <a:sym typeface="Albert Sans"/>
            </a:endParaRPr>
          </a:p>
        </p:txBody>
      </p:sp>
      <p:cxnSp>
        <p:nvCxnSpPr>
          <p:cNvPr id="1107" name="Google Shape;1107;p43"/>
          <p:cNvCxnSpPr>
            <a:endCxn id="1106" idx="1"/>
          </p:cNvCxnSpPr>
          <p:nvPr/>
        </p:nvCxnSpPr>
        <p:spPr>
          <a:xfrm>
            <a:off x="6774025" y="3792400"/>
            <a:ext cx="384300" cy="154500"/>
          </a:xfrm>
          <a:prstGeom prst="straightConnector1">
            <a:avLst/>
          </a:prstGeom>
          <a:noFill/>
          <a:ln cap="flat" cmpd="sng" w="28575">
            <a:solidFill>
              <a:srgbClr val="00C3B1"/>
            </a:solidFill>
            <a:prstDash val="solid"/>
            <a:round/>
            <a:headEnd len="med" w="med" type="none"/>
            <a:tailEnd len="med" w="med" type="triangle"/>
          </a:ln>
        </p:spPr>
      </p:cxnSp>
      <p:sp>
        <p:nvSpPr>
          <p:cNvPr id="1108" name="Google Shape;1108;p43"/>
          <p:cNvSpPr/>
          <p:nvPr/>
        </p:nvSpPr>
        <p:spPr>
          <a:xfrm>
            <a:off x="5575500" y="3204975"/>
            <a:ext cx="1286400" cy="737700"/>
          </a:xfrm>
          <a:prstGeom prst="ellipse">
            <a:avLst/>
          </a:prstGeom>
          <a:noFill/>
          <a:ln cap="flat" cmpd="sng" w="28575">
            <a:solidFill>
              <a:srgbClr val="869FB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Medium"/>
              <a:ea typeface="Albert Sans Medium"/>
              <a:cs typeface="Albert Sans Medium"/>
              <a:sym typeface="Albert Sans Medium"/>
            </a:endParaRPr>
          </a:p>
        </p:txBody>
      </p:sp>
      <p:sp>
        <p:nvSpPr>
          <p:cNvPr id="1109" name="Google Shape;1109;p43"/>
          <p:cNvSpPr/>
          <p:nvPr/>
        </p:nvSpPr>
        <p:spPr>
          <a:xfrm>
            <a:off x="6987025" y="2028250"/>
            <a:ext cx="1728900" cy="1125900"/>
          </a:xfrm>
          <a:prstGeom prst="ellipse">
            <a:avLst/>
          </a:prstGeom>
          <a:noFill/>
          <a:ln cap="flat" cmpd="sng" w="28575">
            <a:solidFill>
              <a:srgbClr val="869FB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Medium"/>
              <a:ea typeface="Albert Sans Medium"/>
              <a:cs typeface="Albert Sans Medium"/>
              <a:sym typeface="Albert Sans Medium"/>
            </a:endParaRPr>
          </a:p>
        </p:txBody>
      </p:sp>
      <p:cxnSp>
        <p:nvCxnSpPr>
          <p:cNvPr id="1110" name="Google Shape;1110;p43"/>
          <p:cNvCxnSpPr/>
          <p:nvPr/>
        </p:nvCxnSpPr>
        <p:spPr>
          <a:xfrm flipH="1">
            <a:off x="7833875" y="3154150"/>
            <a:ext cx="159300" cy="638400"/>
          </a:xfrm>
          <a:prstGeom prst="straightConnector1">
            <a:avLst/>
          </a:prstGeom>
          <a:noFill/>
          <a:ln cap="flat" cmpd="sng" w="28575">
            <a:solidFill>
              <a:srgbClr val="00C3B1"/>
            </a:solidFill>
            <a:prstDash val="solid"/>
            <a:round/>
            <a:headEnd len="med" w="med" type="none"/>
            <a:tailEnd len="med" w="med" type="triangl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44"/>
          <p:cNvSpPr txBox="1"/>
          <p:nvPr>
            <p:ph type="title"/>
          </p:nvPr>
        </p:nvSpPr>
        <p:spPr>
          <a:xfrm>
            <a:off x="567600" y="25407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Athena/Data Studio</a:t>
            </a:r>
            <a:endParaRPr/>
          </a:p>
        </p:txBody>
      </p:sp>
      <p:sp>
        <p:nvSpPr>
          <p:cNvPr id="1116" name="Google Shape;1116;p44"/>
          <p:cNvSpPr txBox="1"/>
          <p:nvPr>
            <p:ph idx="2" type="title"/>
          </p:nvPr>
        </p:nvSpPr>
        <p:spPr>
          <a:xfrm>
            <a:off x="720000" y="958525"/>
            <a:ext cx="3522300" cy="49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About</a:t>
            </a:r>
            <a:endParaRPr/>
          </a:p>
        </p:txBody>
      </p:sp>
      <p:sp>
        <p:nvSpPr>
          <p:cNvPr id="1117" name="Google Shape;1117;p44"/>
          <p:cNvSpPr txBox="1"/>
          <p:nvPr>
            <p:ph idx="4294967295" type="subTitle"/>
          </p:nvPr>
        </p:nvSpPr>
        <p:spPr>
          <a:xfrm>
            <a:off x="720000" y="2838325"/>
            <a:ext cx="7704000" cy="155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following tasks were completed:</a:t>
            </a:r>
            <a:endParaRPr/>
          </a:p>
          <a:p>
            <a:pPr indent="-304800" lvl="0" marL="457200" rtl="0" algn="l">
              <a:spcBef>
                <a:spcPts val="1000"/>
              </a:spcBef>
              <a:spcAft>
                <a:spcPts val="0"/>
              </a:spcAft>
              <a:buSzPts val="1200"/>
              <a:buChar char="●"/>
            </a:pPr>
            <a:r>
              <a:rPr lang="en"/>
              <a:t>Create a table using Athena from S3 bucket</a:t>
            </a:r>
            <a:endParaRPr/>
          </a:p>
          <a:p>
            <a:pPr indent="-304800" lvl="0" marL="457200" rtl="0" algn="l">
              <a:spcBef>
                <a:spcPts val="0"/>
              </a:spcBef>
              <a:spcAft>
                <a:spcPts val="0"/>
              </a:spcAft>
              <a:buSzPts val="1200"/>
              <a:buChar char="●"/>
            </a:pPr>
            <a:r>
              <a:rPr lang="en"/>
              <a:t>Deploy AWS Athena custom connector in Data Studio using App Script Code and Instructions (</a:t>
            </a:r>
            <a:r>
              <a:rPr lang="en" u="sng">
                <a:solidFill>
                  <a:schemeClr val="hlink"/>
                </a:solidFill>
                <a:hlinkClick r:id="rId3"/>
              </a:rPr>
              <a:t>https://github.com/canyousayyes/datastudio-aws-athena-connector/tree/master/src</a:t>
            </a:r>
            <a:r>
              <a:rPr lang="en"/>
              <a:t>,</a:t>
            </a:r>
            <a:br>
              <a:rPr lang="en"/>
            </a:br>
            <a:r>
              <a:rPr lang="en" u="sng">
                <a:solidFill>
                  <a:schemeClr val="hlink"/>
                </a:solidFill>
                <a:hlinkClick r:id="rId4"/>
              </a:rPr>
              <a:t>https://www.youtube.com/watch?v=vXCD9yAeryU</a:t>
            </a:r>
            <a:r>
              <a:rPr lang="en"/>
              <a:t>)</a:t>
            </a:r>
            <a:endParaRPr/>
          </a:p>
          <a:p>
            <a:pPr indent="-304800" lvl="0" marL="457200" rtl="0" algn="l">
              <a:spcBef>
                <a:spcPts val="0"/>
              </a:spcBef>
              <a:spcAft>
                <a:spcPts val="0"/>
              </a:spcAft>
              <a:buSzPts val="1200"/>
              <a:buChar char="●"/>
            </a:pPr>
            <a:r>
              <a:rPr lang="en"/>
              <a:t>Use </a:t>
            </a:r>
            <a:r>
              <a:rPr lang="en"/>
              <a:t>Data Studio</a:t>
            </a:r>
            <a:r>
              <a:rPr lang="en"/>
              <a:t> to display visualizations</a:t>
            </a:r>
            <a:endParaRPr/>
          </a:p>
        </p:txBody>
      </p:sp>
      <p:sp>
        <p:nvSpPr>
          <p:cNvPr id="1118" name="Google Shape;1118;p44"/>
          <p:cNvSpPr txBox="1"/>
          <p:nvPr>
            <p:ph idx="4294967295" type="subTitle"/>
          </p:nvPr>
        </p:nvSpPr>
        <p:spPr>
          <a:xfrm>
            <a:off x="6686775" y="1044650"/>
            <a:ext cx="2142600" cy="1863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a:latin typeface="Albert Sans"/>
                <a:ea typeface="Albert Sans"/>
                <a:cs typeface="Albert Sans"/>
                <a:sym typeface="Albert Sans"/>
              </a:rPr>
              <a:t>Tip</a:t>
            </a:r>
            <a:r>
              <a:rPr lang="en"/>
              <a:t>:</a:t>
            </a:r>
            <a:endParaRPr/>
          </a:p>
          <a:p>
            <a:pPr indent="-298450" lvl="0" marL="457200" rtl="0" algn="l">
              <a:lnSpc>
                <a:spcPct val="100000"/>
              </a:lnSpc>
              <a:spcBef>
                <a:spcPts val="1000"/>
              </a:spcBef>
              <a:spcAft>
                <a:spcPts val="0"/>
              </a:spcAft>
              <a:buSzPts val="1100"/>
              <a:buChar char="●"/>
            </a:pPr>
            <a:r>
              <a:rPr lang="en" sz="1100"/>
              <a:t>In Athena, partition by Route ID</a:t>
            </a:r>
            <a:endParaRPr sz="1100"/>
          </a:p>
          <a:p>
            <a:pPr indent="-298450" lvl="0" marL="457200" rtl="0" algn="l">
              <a:lnSpc>
                <a:spcPct val="100000"/>
              </a:lnSpc>
              <a:spcBef>
                <a:spcPts val="1000"/>
              </a:spcBef>
              <a:spcAft>
                <a:spcPts val="1000"/>
              </a:spcAft>
              <a:buSzPts val="1100"/>
              <a:buChar char="●"/>
            </a:pPr>
            <a:r>
              <a:rPr lang="en" sz="1100"/>
              <a:t>Make sure the data types are correct in Athena table</a:t>
            </a:r>
            <a:endParaRPr sz="1100"/>
          </a:p>
        </p:txBody>
      </p:sp>
      <p:sp>
        <p:nvSpPr>
          <p:cNvPr id="1119" name="Google Shape;1119;p44"/>
          <p:cNvSpPr txBox="1"/>
          <p:nvPr>
            <p:ph idx="2" type="title"/>
          </p:nvPr>
        </p:nvSpPr>
        <p:spPr>
          <a:xfrm>
            <a:off x="720000" y="2440250"/>
            <a:ext cx="3522300" cy="49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Tasks</a:t>
            </a:r>
            <a:endParaRPr/>
          </a:p>
        </p:txBody>
      </p:sp>
      <p:sp>
        <p:nvSpPr>
          <p:cNvPr id="1120" name="Google Shape;1120;p44"/>
          <p:cNvSpPr txBox="1"/>
          <p:nvPr>
            <p:ph idx="4294967295" type="subTitle"/>
          </p:nvPr>
        </p:nvSpPr>
        <p:spPr>
          <a:xfrm>
            <a:off x="720000" y="1357850"/>
            <a:ext cx="6082800" cy="1083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Amazon Athena is an interactive query service provided by Amazon Web Services (AWS) that makes it easy to analyze data in Amazon S3 using standard SQL. Using athena tables created, Data Studio is used to produce visualizations for quick insights.</a:t>
            </a:r>
            <a:endParaRPr/>
          </a:p>
        </p:txBody>
      </p:sp>
      <p:sp>
        <p:nvSpPr>
          <p:cNvPr id="1121" name="Google Shape;1121;p44"/>
          <p:cNvSpPr txBox="1"/>
          <p:nvPr>
            <p:ph idx="2" type="title"/>
          </p:nvPr>
        </p:nvSpPr>
        <p:spPr>
          <a:xfrm>
            <a:off x="8424000" y="53750"/>
            <a:ext cx="606600" cy="49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1/2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45"/>
          <p:cNvSpPr txBox="1"/>
          <p:nvPr>
            <p:ph type="title"/>
          </p:nvPr>
        </p:nvSpPr>
        <p:spPr>
          <a:xfrm>
            <a:off x="720000" y="25407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Athena/Data Studio</a:t>
            </a:r>
            <a:endParaRPr/>
          </a:p>
        </p:txBody>
      </p:sp>
      <p:sp>
        <p:nvSpPr>
          <p:cNvPr id="1127" name="Google Shape;1127;p45"/>
          <p:cNvSpPr txBox="1"/>
          <p:nvPr>
            <p:ph idx="2" type="title"/>
          </p:nvPr>
        </p:nvSpPr>
        <p:spPr>
          <a:xfrm>
            <a:off x="339000" y="958525"/>
            <a:ext cx="3875100" cy="49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Problems &amp; Solutions: Athena</a:t>
            </a:r>
            <a:endParaRPr/>
          </a:p>
        </p:txBody>
      </p:sp>
      <p:sp>
        <p:nvSpPr>
          <p:cNvPr id="1128" name="Google Shape;1128;p45"/>
          <p:cNvSpPr txBox="1"/>
          <p:nvPr>
            <p:ph idx="4294967295" type="subTitle"/>
          </p:nvPr>
        </p:nvSpPr>
        <p:spPr>
          <a:xfrm>
            <a:off x="339000" y="1448725"/>
            <a:ext cx="3656700" cy="242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Athena was not able to read tables from Hudi in S3.</a:t>
            </a:r>
            <a:endParaRPr/>
          </a:p>
          <a:p>
            <a:pPr indent="0" lvl="0" marL="0" rtl="0" algn="l">
              <a:spcBef>
                <a:spcPts val="1200"/>
              </a:spcBef>
              <a:spcAft>
                <a:spcPts val="0"/>
              </a:spcAft>
              <a:buNone/>
            </a:pPr>
            <a:r>
              <a:rPr lang="en"/>
              <a:t>The following tasks were done to fix the problems encountered:</a:t>
            </a:r>
            <a:endParaRPr/>
          </a:p>
          <a:p>
            <a:pPr indent="-304800" lvl="0" marL="457200" rtl="0" algn="l">
              <a:spcBef>
                <a:spcPts val="1200"/>
              </a:spcBef>
              <a:spcAft>
                <a:spcPts val="0"/>
              </a:spcAft>
              <a:buSzPts val="1200"/>
              <a:buAutoNum type="arabicPeriod"/>
            </a:pPr>
            <a:r>
              <a:rPr lang="en"/>
              <a:t>Create table in athena using a sql script (make sure the data types are correct as per schema)</a:t>
            </a:r>
            <a:endParaRPr/>
          </a:p>
          <a:p>
            <a:pPr indent="-304800" lvl="0" marL="457200" rtl="0" algn="l">
              <a:spcBef>
                <a:spcPts val="0"/>
              </a:spcBef>
              <a:spcAft>
                <a:spcPts val="0"/>
              </a:spcAft>
              <a:buSzPts val="1200"/>
              <a:buAutoNum type="arabicPeriod"/>
            </a:pPr>
            <a:r>
              <a:rPr lang="en"/>
              <a:t>Add partition in the table in athena for each route (509 &amp; 511)</a:t>
            </a:r>
            <a:endParaRPr/>
          </a:p>
        </p:txBody>
      </p:sp>
      <p:sp>
        <p:nvSpPr>
          <p:cNvPr id="1129" name="Google Shape;1129;p45"/>
          <p:cNvSpPr txBox="1"/>
          <p:nvPr>
            <p:ph idx="2" type="title"/>
          </p:nvPr>
        </p:nvSpPr>
        <p:spPr>
          <a:xfrm>
            <a:off x="4377600" y="958525"/>
            <a:ext cx="4385400" cy="49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Problems &amp; Solutions: Data Studio</a:t>
            </a:r>
            <a:endParaRPr/>
          </a:p>
        </p:txBody>
      </p:sp>
      <p:sp>
        <p:nvSpPr>
          <p:cNvPr id="1130" name="Google Shape;1130;p45"/>
          <p:cNvSpPr txBox="1"/>
          <p:nvPr>
            <p:ph idx="4294967295" type="subTitle"/>
          </p:nvPr>
        </p:nvSpPr>
        <p:spPr>
          <a:xfrm>
            <a:off x="4377600" y="1448725"/>
            <a:ext cx="4287300" cy="338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wasn</a:t>
            </a:r>
            <a:r>
              <a:rPr lang="en"/>
              <a:t>'t a connector to visualize the athena table in google data studio so a work around script was used to make a custom connector</a:t>
            </a:r>
            <a:endParaRPr/>
          </a:p>
          <a:p>
            <a:pPr indent="0" lvl="0" marL="0" rtl="0" algn="l">
              <a:spcBef>
                <a:spcPts val="1200"/>
              </a:spcBef>
              <a:spcAft>
                <a:spcPts val="0"/>
              </a:spcAft>
              <a:buNone/>
            </a:pPr>
            <a:r>
              <a:rPr lang="en"/>
              <a:t>The following tasks were done to fix the problems encountered:</a:t>
            </a:r>
            <a:endParaRPr/>
          </a:p>
          <a:p>
            <a:pPr indent="-304800" lvl="0" marL="457200" rtl="0" algn="l">
              <a:spcBef>
                <a:spcPts val="1200"/>
              </a:spcBef>
              <a:spcAft>
                <a:spcPts val="0"/>
              </a:spcAft>
              <a:buSzPts val="1200"/>
              <a:buAutoNum type="arabicPeriod"/>
            </a:pPr>
            <a:r>
              <a:rPr lang="en"/>
              <a:t>Use google app script to initiate the connector setup</a:t>
            </a:r>
            <a:endParaRPr/>
          </a:p>
          <a:p>
            <a:pPr indent="-304800" lvl="0" marL="457200" rtl="0" algn="l">
              <a:spcBef>
                <a:spcPts val="0"/>
              </a:spcBef>
              <a:spcAft>
                <a:spcPts val="0"/>
              </a:spcAft>
              <a:buSzPts val="1200"/>
              <a:buAutoNum type="arabicPeriod"/>
            </a:pPr>
            <a:r>
              <a:rPr lang="en"/>
              <a:t>Create IAM user in AWS with programmatic access attach these policies; </a:t>
            </a:r>
            <a:r>
              <a:rPr i="1" lang="en"/>
              <a:t>AmazonAthenaFullAccess</a:t>
            </a:r>
            <a:r>
              <a:rPr lang="en"/>
              <a:t> &amp; </a:t>
            </a:r>
            <a:r>
              <a:rPr i="1" lang="en"/>
              <a:t>AmazonS3ReadOnlyAccess</a:t>
            </a:r>
            <a:endParaRPr b="1" i="1">
              <a:latin typeface="Albert Sans"/>
              <a:ea typeface="Albert Sans"/>
              <a:cs typeface="Albert Sans"/>
              <a:sym typeface="Albert Sans"/>
            </a:endParaRPr>
          </a:p>
          <a:p>
            <a:pPr indent="-304800" lvl="0" marL="457200" rtl="0" algn="l">
              <a:spcBef>
                <a:spcPts val="0"/>
              </a:spcBef>
              <a:spcAft>
                <a:spcPts val="0"/>
              </a:spcAft>
              <a:buSzPts val="1200"/>
              <a:buAutoNum type="arabicPeriod"/>
            </a:pPr>
            <a:r>
              <a:rPr lang="en"/>
              <a:t>In the connector, put in the </a:t>
            </a:r>
            <a:r>
              <a:rPr lang="en"/>
              <a:t>credentials for athena and the table/database names for data connection</a:t>
            </a:r>
            <a:endParaRPr/>
          </a:p>
          <a:p>
            <a:pPr indent="-304800" lvl="0" marL="457200" rtl="0" algn="l">
              <a:spcBef>
                <a:spcPts val="0"/>
              </a:spcBef>
              <a:spcAft>
                <a:spcPts val="0"/>
              </a:spcAft>
              <a:buSzPts val="1200"/>
              <a:buAutoNum type="arabicPeriod"/>
            </a:pPr>
            <a:r>
              <a:rPr lang="en"/>
              <a:t>Data Studio will be able to automatically crawl the table upon successful connection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ccessibility Consulting by Slidesgo">
  <a:themeElements>
    <a:clrScheme name="Simple Light">
      <a:dk1>
        <a:srgbClr val="2C4358"/>
      </a:dk1>
      <a:lt1>
        <a:srgbClr val="FFFDFA"/>
      </a:lt1>
      <a:dk2>
        <a:srgbClr val="ECE8D4"/>
      </a:dk2>
      <a:lt2>
        <a:srgbClr val="C7D6D1"/>
      </a:lt2>
      <a:accent1>
        <a:srgbClr val="A89C6C"/>
      </a:accent1>
      <a:accent2>
        <a:srgbClr val="FFFFFF"/>
      </a:accent2>
      <a:accent3>
        <a:srgbClr val="FFFFFF"/>
      </a:accent3>
      <a:accent4>
        <a:srgbClr val="FFFFFF"/>
      </a:accent4>
      <a:accent5>
        <a:srgbClr val="FFFFFF"/>
      </a:accent5>
      <a:accent6>
        <a:srgbClr val="FFFFFF"/>
      </a:accent6>
      <a:hlink>
        <a:srgbClr val="2C435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